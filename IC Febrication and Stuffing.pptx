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8" r:id="rId4"/>
    <p:sldId id="259" r:id="rId5"/>
    <p:sldId id="261" r:id="rId6"/>
    <p:sldId id="260" r:id="rId7"/>
    <p:sldId id="262" r:id="rId8"/>
    <p:sldId id="264" r:id="rId9"/>
    <p:sldId id="265" r:id="rId10"/>
    <p:sldId id="263" r:id="rId11"/>
    <p:sldId id="267" r:id="rId12"/>
    <p:sldId id="266"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16" y="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aka Ahmad Chishti" userId="76d074246b284c1d" providerId="LiveId" clId="{2358754E-E710-45E8-BD7E-5A0028B2BAAF}"/>
    <pc:docChg chg="custSel addSld modSld">
      <pc:chgData name="Zaka Ahmad Chishti" userId="76d074246b284c1d" providerId="LiveId" clId="{2358754E-E710-45E8-BD7E-5A0028B2BAAF}" dt="2018-11-26T19:53:53.174" v="500"/>
      <pc:docMkLst>
        <pc:docMk/>
      </pc:docMkLst>
      <pc:sldChg chg="modSp add">
        <pc:chgData name="Zaka Ahmad Chishti" userId="76d074246b284c1d" providerId="LiveId" clId="{2358754E-E710-45E8-BD7E-5A0028B2BAAF}" dt="2018-11-26T16:12:01.065" v="70" actId="1076"/>
        <pc:sldMkLst>
          <pc:docMk/>
          <pc:sldMk cId="2654168818" sldId="256"/>
        </pc:sldMkLst>
        <pc:spChg chg="mod">
          <ac:chgData name="Zaka Ahmad Chishti" userId="76d074246b284c1d" providerId="LiveId" clId="{2358754E-E710-45E8-BD7E-5A0028B2BAAF}" dt="2018-11-26T16:11:27.551" v="29" actId="20577"/>
          <ac:spMkLst>
            <pc:docMk/>
            <pc:sldMk cId="2654168818" sldId="256"/>
            <ac:spMk id="2" creationId="{5A1C000C-0506-4231-A81F-1438C27713AD}"/>
          </ac:spMkLst>
        </pc:spChg>
        <pc:spChg chg="mod">
          <ac:chgData name="Zaka Ahmad Chishti" userId="76d074246b284c1d" providerId="LiveId" clId="{2358754E-E710-45E8-BD7E-5A0028B2BAAF}" dt="2018-11-26T16:12:01.065" v="70" actId="1076"/>
          <ac:spMkLst>
            <pc:docMk/>
            <pc:sldMk cId="2654168818" sldId="256"/>
            <ac:spMk id="3" creationId="{4C192668-5CA7-44F0-B7F5-28D2CCBEB7F1}"/>
          </ac:spMkLst>
        </pc:spChg>
      </pc:sldChg>
      <pc:sldChg chg="addSp delSp modSp add">
        <pc:chgData name="Zaka Ahmad Chishti" userId="76d074246b284c1d" providerId="LiveId" clId="{2358754E-E710-45E8-BD7E-5A0028B2BAAF}" dt="2018-11-26T16:30:43.664" v="157" actId="1076"/>
        <pc:sldMkLst>
          <pc:docMk/>
          <pc:sldMk cId="2267004412" sldId="257"/>
        </pc:sldMkLst>
        <pc:spChg chg="mod">
          <ac:chgData name="Zaka Ahmad Chishti" userId="76d074246b284c1d" providerId="LiveId" clId="{2358754E-E710-45E8-BD7E-5A0028B2BAAF}" dt="2018-11-26T16:13:40.268" v="94" actId="20577"/>
          <ac:spMkLst>
            <pc:docMk/>
            <pc:sldMk cId="2267004412" sldId="257"/>
            <ac:spMk id="2" creationId="{956CC27B-CCF0-4484-B5CA-FC8AC21DDDE7}"/>
          </ac:spMkLst>
        </pc:spChg>
        <pc:spChg chg="mod">
          <ac:chgData name="Zaka Ahmad Chishti" userId="76d074246b284c1d" providerId="LiveId" clId="{2358754E-E710-45E8-BD7E-5A0028B2BAAF}" dt="2018-11-26T16:28:37.327" v="143" actId="14100"/>
          <ac:spMkLst>
            <pc:docMk/>
            <pc:sldMk cId="2267004412" sldId="257"/>
            <ac:spMk id="3" creationId="{62E7A9F6-C38C-456E-AA9F-014EEE5F214E}"/>
          </ac:spMkLst>
        </pc:spChg>
        <pc:picChg chg="add mod">
          <ac:chgData name="Zaka Ahmad Chishti" userId="76d074246b284c1d" providerId="LiveId" clId="{2358754E-E710-45E8-BD7E-5A0028B2BAAF}" dt="2018-11-26T16:28:55.139" v="147" actId="1076"/>
          <ac:picMkLst>
            <pc:docMk/>
            <pc:sldMk cId="2267004412" sldId="257"/>
            <ac:picMk id="1026" creationId="{B695696E-A409-494F-8C41-02A6732235C2}"/>
          </ac:picMkLst>
        </pc:picChg>
        <pc:picChg chg="add del mod">
          <ac:chgData name="Zaka Ahmad Chishti" userId="76d074246b284c1d" providerId="LiveId" clId="{2358754E-E710-45E8-BD7E-5A0028B2BAAF}" dt="2018-11-26T16:29:56.982" v="150" actId="478"/>
          <ac:picMkLst>
            <pc:docMk/>
            <pc:sldMk cId="2267004412" sldId="257"/>
            <ac:picMk id="1028" creationId="{65E520CD-94F3-4A53-8936-A4DDD7CCCDA7}"/>
          </ac:picMkLst>
        </pc:picChg>
        <pc:picChg chg="add mod">
          <ac:chgData name="Zaka Ahmad Chishti" userId="76d074246b284c1d" providerId="LiveId" clId="{2358754E-E710-45E8-BD7E-5A0028B2BAAF}" dt="2018-11-26T16:30:43.664" v="157" actId="1076"/>
          <ac:picMkLst>
            <pc:docMk/>
            <pc:sldMk cId="2267004412" sldId="257"/>
            <ac:picMk id="1030" creationId="{DB698351-3D12-4D3A-80F9-5B911EA7428A}"/>
          </ac:picMkLst>
        </pc:picChg>
      </pc:sldChg>
      <pc:sldChg chg="addSp delSp modSp add">
        <pc:chgData name="Zaka Ahmad Chishti" userId="76d074246b284c1d" providerId="LiveId" clId="{2358754E-E710-45E8-BD7E-5A0028B2BAAF}" dt="2018-11-26T16:20:46.216" v="104" actId="14100"/>
        <pc:sldMkLst>
          <pc:docMk/>
          <pc:sldMk cId="2404597800" sldId="258"/>
        </pc:sldMkLst>
        <pc:spChg chg="del">
          <ac:chgData name="Zaka Ahmad Chishti" userId="76d074246b284c1d" providerId="LiveId" clId="{2358754E-E710-45E8-BD7E-5A0028B2BAAF}" dt="2018-11-26T16:20:12.911" v="96" actId="931"/>
          <ac:spMkLst>
            <pc:docMk/>
            <pc:sldMk cId="2404597800" sldId="258"/>
            <ac:spMk id="3" creationId="{AD7571C2-08D2-44C9-92C9-E03099A3E77E}"/>
          </ac:spMkLst>
        </pc:spChg>
        <pc:picChg chg="add mod">
          <ac:chgData name="Zaka Ahmad Chishti" userId="76d074246b284c1d" providerId="LiveId" clId="{2358754E-E710-45E8-BD7E-5A0028B2BAAF}" dt="2018-11-26T16:20:46.216" v="104" actId="14100"/>
          <ac:picMkLst>
            <pc:docMk/>
            <pc:sldMk cId="2404597800" sldId="258"/>
            <ac:picMk id="5" creationId="{22ADD1F6-08AF-4941-949B-C8E42CB33025}"/>
          </ac:picMkLst>
        </pc:picChg>
      </pc:sldChg>
      <pc:sldChg chg="addSp delSp modSp add modAnim">
        <pc:chgData name="Zaka Ahmad Chishti" userId="76d074246b284c1d" providerId="LiveId" clId="{2358754E-E710-45E8-BD7E-5A0028B2BAAF}" dt="2018-11-26T18:54:33.550" v="286" actId="478"/>
        <pc:sldMkLst>
          <pc:docMk/>
          <pc:sldMk cId="1900309216" sldId="259"/>
        </pc:sldMkLst>
        <pc:spChg chg="mod">
          <ac:chgData name="Zaka Ahmad Chishti" userId="76d074246b284c1d" providerId="LiveId" clId="{2358754E-E710-45E8-BD7E-5A0028B2BAAF}" dt="2018-11-26T16:26:19.258" v="133" actId="20577"/>
          <ac:spMkLst>
            <pc:docMk/>
            <pc:sldMk cId="1900309216" sldId="259"/>
            <ac:spMk id="2" creationId="{0E79EB8C-3740-46A4-8C86-EC2717611166}"/>
          </ac:spMkLst>
        </pc:spChg>
        <pc:spChg chg="mod">
          <ac:chgData name="Zaka Ahmad Chishti" userId="76d074246b284c1d" providerId="LiveId" clId="{2358754E-E710-45E8-BD7E-5A0028B2BAAF}" dt="2018-11-26T16:25:40.712" v="131"/>
          <ac:spMkLst>
            <pc:docMk/>
            <pc:sldMk cId="1900309216" sldId="259"/>
            <ac:spMk id="3" creationId="{F7AACB69-49BF-4196-B89B-F83F4EA9BA6E}"/>
          </ac:spMkLst>
        </pc:spChg>
        <pc:spChg chg="add mod">
          <ac:chgData name="Zaka Ahmad Chishti" userId="76d074246b284c1d" providerId="LiveId" clId="{2358754E-E710-45E8-BD7E-5A0028B2BAAF}" dt="2018-11-26T16:31:14.228" v="160" actId="1076"/>
          <ac:spMkLst>
            <pc:docMk/>
            <pc:sldMk cId="1900309216" sldId="259"/>
            <ac:spMk id="4" creationId="{4F5AED11-24C1-4D79-B87E-D7BF82190DC1}"/>
          </ac:spMkLst>
        </pc:spChg>
        <pc:picChg chg="add mod">
          <ac:chgData name="Zaka Ahmad Chishti" userId="76d074246b284c1d" providerId="LiveId" clId="{2358754E-E710-45E8-BD7E-5A0028B2BAAF}" dt="2018-11-26T18:54:09.508" v="283" actId="1076"/>
          <ac:picMkLst>
            <pc:docMk/>
            <pc:sldMk cId="1900309216" sldId="259"/>
            <ac:picMk id="5" creationId="{8F509FA3-6185-42A9-81D1-5C5D7D477691}"/>
          </ac:picMkLst>
        </pc:picChg>
        <pc:picChg chg="add del mod">
          <ac:chgData name="Zaka Ahmad Chishti" userId="76d074246b284c1d" providerId="LiveId" clId="{2358754E-E710-45E8-BD7E-5A0028B2BAAF}" dt="2018-11-26T18:54:33.550" v="286" actId="478"/>
          <ac:picMkLst>
            <pc:docMk/>
            <pc:sldMk cId="1900309216" sldId="259"/>
            <ac:picMk id="6" creationId="{8E67FE34-7AA6-4DB2-B19B-F66447FED77B}"/>
          </ac:picMkLst>
        </pc:picChg>
      </pc:sldChg>
      <pc:sldChg chg="modSp add">
        <pc:chgData name="Zaka Ahmad Chishti" userId="76d074246b284c1d" providerId="LiveId" clId="{2358754E-E710-45E8-BD7E-5A0028B2BAAF}" dt="2018-11-26T16:37:17.879" v="181" actId="20577"/>
        <pc:sldMkLst>
          <pc:docMk/>
          <pc:sldMk cId="4242800047" sldId="260"/>
        </pc:sldMkLst>
        <pc:spChg chg="mod">
          <ac:chgData name="Zaka Ahmad Chishti" userId="76d074246b284c1d" providerId="LiveId" clId="{2358754E-E710-45E8-BD7E-5A0028B2BAAF}" dt="2018-11-26T16:32:31.662" v="168"/>
          <ac:spMkLst>
            <pc:docMk/>
            <pc:sldMk cId="4242800047" sldId="260"/>
            <ac:spMk id="2" creationId="{DFAAC6A4-2B8F-46F7-8CBB-31333A3D6E7B}"/>
          </ac:spMkLst>
        </pc:spChg>
        <pc:spChg chg="mod">
          <ac:chgData name="Zaka Ahmad Chishti" userId="76d074246b284c1d" providerId="LiveId" clId="{2358754E-E710-45E8-BD7E-5A0028B2BAAF}" dt="2018-11-26T16:37:17.879" v="181" actId="20577"/>
          <ac:spMkLst>
            <pc:docMk/>
            <pc:sldMk cId="4242800047" sldId="260"/>
            <ac:spMk id="3" creationId="{59B9D53F-C962-4140-9E32-06E0557615EE}"/>
          </ac:spMkLst>
        </pc:spChg>
      </pc:sldChg>
      <pc:sldChg chg="addSp delSp modSp add">
        <pc:chgData name="Zaka Ahmad Chishti" userId="76d074246b284c1d" providerId="LiveId" clId="{2358754E-E710-45E8-BD7E-5A0028B2BAAF}" dt="2018-11-26T16:33:13.821" v="175" actId="14100"/>
        <pc:sldMkLst>
          <pc:docMk/>
          <pc:sldMk cId="2139832476" sldId="261"/>
        </pc:sldMkLst>
        <pc:spChg chg="del">
          <ac:chgData name="Zaka Ahmad Chishti" userId="76d074246b284c1d" providerId="LiveId" clId="{2358754E-E710-45E8-BD7E-5A0028B2BAAF}" dt="2018-11-26T16:32:45.155" v="170" actId="931"/>
          <ac:spMkLst>
            <pc:docMk/>
            <pc:sldMk cId="2139832476" sldId="261"/>
            <ac:spMk id="3" creationId="{49D12FA2-8639-4909-88C2-7EF135B82160}"/>
          </ac:spMkLst>
        </pc:spChg>
        <pc:picChg chg="add mod">
          <ac:chgData name="Zaka Ahmad Chishti" userId="76d074246b284c1d" providerId="LiveId" clId="{2358754E-E710-45E8-BD7E-5A0028B2BAAF}" dt="2018-11-26T16:33:13.821" v="175" actId="14100"/>
          <ac:picMkLst>
            <pc:docMk/>
            <pc:sldMk cId="2139832476" sldId="261"/>
            <ac:picMk id="5" creationId="{62B49A88-1D42-4DC1-B62B-7B8BD81338E8}"/>
          </ac:picMkLst>
        </pc:picChg>
      </pc:sldChg>
      <pc:sldChg chg="addSp delSp modSp add">
        <pc:chgData name="Zaka Ahmad Chishti" userId="76d074246b284c1d" providerId="LiveId" clId="{2358754E-E710-45E8-BD7E-5A0028B2BAAF}" dt="2018-11-26T16:37:54.303" v="186" actId="14100"/>
        <pc:sldMkLst>
          <pc:docMk/>
          <pc:sldMk cId="2409562940" sldId="262"/>
        </pc:sldMkLst>
        <pc:spChg chg="del">
          <ac:chgData name="Zaka Ahmad Chishti" userId="76d074246b284c1d" providerId="LiveId" clId="{2358754E-E710-45E8-BD7E-5A0028B2BAAF}" dt="2018-11-26T16:37:38.477" v="183" actId="931"/>
          <ac:spMkLst>
            <pc:docMk/>
            <pc:sldMk cId="2409562940" sldId="262"/>
            <ac:spMk id="3" creationId="{B347AA19-C7CF-467A-A19C-FB4E5CF792F2}"/>
          </ac:spMkLst>
        </pc:spChg>
        <pc:picChg chg="add mod">
          <ac:chgData name="Zaka Ahmad Chishti" userId="76d074246b284c1d" providerId="LiveId" clId="{2358754E-E710-45E8-BD7E-5A0028B2BAAF}" dt="2018-11-26T16:37:54.303" v="186" actId="14100"/>
          <ac:picMkLst>
            <pc:docMk/>
            <pc:sldMk cId="2409562940" sldId="262"/>
            <ac:picMk id="5" creationId="{FD551027-792A-4F6E-8928-C0B1C82AC6E0}"/>
          </ac:picMkLst>
        </pc:picChg>
      </pc:sldChg>
      <pc:sldChg chg="modSp add">
        <pc:chgData name="Zaka Ahmad Chishti" userId="76d074246b284c1d" providerId="LiveId" clId="{2358754E-E710-45E8-BD7E-5A0028B2BAAF}" dt="2018-11-26T17:35:00.717" v="239" actId="20577"/>
        <pc:sldMkLst>
          <pc:docMk/>
          <pc:sldMk cId="473599124" sldId="263"/>
        </pc:sldMkLst>
        <pc:spChg chg="mod">
          <ac:chgData name="Zaka Ahmad Chishti" userId="76d074246b284c1d" providerId="LiveId" clId="{2358754E-E710-45E8-BD7E-5A0028B2BAAF}" dt="2018-11-26T17:35:00.717" v="239" actId="20577"/>
          <ac:spMkLst>
            <pc:docMk/>
            <pc:sldMk cId="473599124" sldId="263"/>
            <ac:spMk id="2" creationId="{8BAA07FA-2B67-43D9-BDCC-E788AEAA37F1}"/>
          </ac:spMkLst>
        </pc:spChg>
        <pc:spChg chg="mod">
          <ac:chgData name="Zaka Ahmad Chishti" userId="76d074246b284c1d" providerId="LiveId" clId="{2358754E-E710-45E8-BD7E-5A0028B2BAAF}" dt="2018-11-26T17:27:08.370" v="225" actId="20577"/>
          <ac:spMkLst>
            <pc:docMk/>
            <pc:sldMk cId="473599124" sldId="263"/>
            <ac:spMk id="3" creationId="{DEEE51CA-9EA6-4F30-94B5-72BD0744B4A9}"/>
          </ac:spMkLst>
        </pc:spChg>
      </pc:sldChg>
      <pc:sldChg chg="modSp add">
        <pc:chgData name="Zaka Ahmad Chishti" userId="76d074246b284c1d" providerId="LiveId" clId="{2358754E-E710-45E8-BD7E-5A0028B2BAAF}" dt="2018-11-26T17:36:08.224" v="241" actId="313"/>
        <pc:sldMkLst>
          <pc:docMk/>
          <pc:sldMk cId="3760540403" sldId="264"/>
        </pc:sldMkLst>
        <pc:spChg chg="mod">
          <ac:chgData name="Zaka Ahmad Chishti" userId="76d074246b284c1d" providerId="LiveId" clId="{2358754E-E710-45E8-BD7E-5A0028B2BAAF}" dt="2018-11-26T17:29:57.285" v="236"/>
          <ac:spMkLst>
            <pc:docMk/>
            <pc:sldMk cId="3760540403" sldId="264"/>
            <ac:spMk id="2" creationId="{67B49491-3148-40F9-B297-7B8C565F0C4B}"/>
          </ac:spMkLst>
        </pc:spChg>
        <pc:spChg chg="mod">
          <ac:chgData name="Zaka Ahmad Chishti" userId="76d074246b284c1d" providerId="LiveId" clId="{2358754E-E710-45E8-BD7E-5A0028B2BAAF}" dt="2018-11-26T17:36:08.224" v="241" actId="313"/>
          <ac:spMkLst>
            <pc:docMk/>
            <pc:sldMk cId="3760540403" sldId="264"/>
            <ac:spMk id="3" creationId="{6B1FF19E-2E47-4679-99AE-FC4B430C5F5E}"/>
          </ac:spMkLst>
        </pc:spChg>
      </pc:sldChg>
      <pc:sldChg chg="add">
        <pc:chgData name="Zaka Ahmad Chishti" userId="76d074246b284c1d" providerId="LiveId" clId="{2358754E-E710-45E8-BD7E-5A0028B2BAAF}" dt="2018-11-26T17:28:01.965" v="227"/>
        <pc:sldMkLst>
          <pc:docMk/>
          <pc:sldMk cId="2918833258" sldId="265"/>
        </pc:sldMkLst>
      </pc:sldChg>
      <pc:sldChg chg="modSp add">
        <pc:chgData name="Zaka Ahmad Chishti" userId="76d074246b284c1d" providerId="LiveId" clId="{2358754E-E710-45E8-BD7E-5A0028B2BAAF}" dt="2018-11-26T17:39:05.569" v="263" actId="27636"/>
        <pc:sldMkLst>
          <pc:docMk/>
          <pc:sldMk cId="103371943" sldId="266"/>
        </pc:sldMkLst>
        <pc:spChg chg="mod">
          <ac:chgData name="Zaka Ahmad Chishti" userId="76d074246b284c1d" providerId="LiveId" clId="{2358754E-E710-45E8-BD7E-5A0028B2BAAF}" dt="2018-11-26T17:37:33.509" v="252" actId="113"/>
          <ac:spMkLst>
            <pc:docMk/>
            <pc:sldMk cId="103371943" sldId="266"/>
            <ac:spMk id="2" creationId="{3B3434D6-CD7A-405A-8BA7-7157D2DAF8F8}"/>
          </ac:spMkLst>
        </pc:spChg>
        <pc:spChg chg="mod">
          <ac:chgData name="Zaka Ahmad Chishti" userId="76d074246b284c1d" providerId="LiveId" clId="{2358754E-E710-45E8-BD7E-5A0028B2BAAF}" dt="2018-11-26T17:39:05.569" v="263" actId="27636"/>
          <ac:spMkLst>
            <pc:docMk/>
            <pc:sldMk cId="103371943" sldId="266"/>
            <ac:spMk id="3" creationId="{F9D85C00-61EC-4076-AFAD-B4451F926523}"/>
          </ac:spMkLst>
        </pc:spChg>
      </pc:sldChg>
      <pc:sldChg chg="add">
        <pc:chgData name="Zaka Ahmad Chishti" userId="76d074246b284c1d" providerId="LiveId" clId="{2358754E-E710-45E8-BD7E-5A0028B2BAAF}" dt="2018-11-26T17:36:46.123" v="242"/>
        <pc:sldMkLst>
          <pc:docMk/>
          <pc:sldMk cId="3884961055" sldId="267"/>
        </pc:sldMkLst>
      </pc:sldChg>
      <pc:sldChg chg="addSp delSp modSp add">
        <pc:chgData name="Zaka Ahmad Chishti" userId="76d074246b284c1d" providerId="LiveId" clId="{2358754E-E710-45E8-BD7E-5A0028B2BAAF}" dt="2018-11-26T18:51:30.880" v="274" actId="1076"/>
        <pc:sldMkLst>
          <pc:docMk/>
          <pc:sldMk cId="1798147333" sldId="268"/>
        </pc:sldMkLst>
        <pc:spChg chg="mod">
          <ac:chgData name="Zaka Ahmad Chishti" userId="76d074246b284c1d" providerId="LiveId" clId="{2358754E-E710-45E8-BD7E-5A0028B2BAAF}" dt="2018-11-26T18:51:13.888" v="271" actId="1076"/>
          <ac:spMkLst>
            <pc:docMk/>
            <pc:sldMk cId="1798147333" sldId="268"/>
            <ac:spMk id="2" creationId="{83C9F0F4-469F-4CEA-A256-76533520D8BC}"/>
          </ac:spMkLst>
        </pc:spChg>
        <pc:spChg chg="del">
          <ac:chgData name="Zaka Ahmad Chishti" userId="76d074246b284c1d" providerId="LiveId" clId="{2358754E-E710-45E8-BD7E-5A0028B2BAAF}" dt="2018-11-26T18:21:25.002" v="265"/>
          <ac:spMkLst>
            <pc:docMk/>
            <pc:sldMk cId="1798147333" sldId="268"/>
            <ac:spMk id="3" creationId="{B3F9C958-406B-46E4-8F26-2B9B2C09DF33}"/>
          </ac:spMkLst>
        </pc:spChg>
        <pc:spChg chg="add mod">
          <ac:chgData name="Zaka Ahmad Chishti" userId="76d074246b284c1d" providerId="LiveId" clId="{2358754E-E710-45E8-BD7E-5A0028B2BAAF}" dt="2018-11-26T18:22:20.507" v="268" actId="478"/>
          <ac:spMkLst>
            <pc:docMk/>
            <pc:sldMk cId="1798147333" sldId="268"/>
            <ac:spMk id="6" creationId="{46682A2D-44C3-435A-8F3B-CC250EBEC28C}"/>
          </ac:spMkLst>
        </pc:spChg>
        <pc:picChg chg="add del mod">
          <ac:chgData name="Zaka Ahmad Chishti" userId="76d074246b284c1d" providerId="LiveId" clId="{2358754E-E710-45E8-BD7E-5A0028B2BAAF}" dt="2018-11-26T18:22:20.507" v="268" actId="478"/>
          <ac:picMkLst>
            <pc:docMk/>
            <pc:sldMk cId="1798147333" sldId="268"/>
            <ac:picMk id="4" creationId="{7A59C39E-2636-481A-8F3D-DCD797730BD9}"/>
          </ac:picMkLst>
        </pc:picChg>
        <pc:picChg chg="add mod">
          <ac:chgData name="Zaka Ahmad Chishti" userId="76d074246b284c1d" providerId="LiveId" clId="{2358754E-E710-45E8-BD7E-5A0028B2BAAF}" dt="2018-11-26T18:51:30.880" v="274" actId="1076"/>
          <ac:picMkLst>
            <pc:docMk/>
            <pc:sldMk cId="1798147333" sldId="268"/>
            <ac:picMk id="2050" creationId="{8E74AB7E-239F-4B2D-8A1D-F45C0CE8885C}"/>
          </ac:picMkLst>
        </pc:picChg>
      </pc:sldChg>
      <pc:sldChg chg="addSp delSp modSp add modAnim">
        <pc:chgData name="Zaka Ahmad Chishti" userId="76d074246b284c1d" providerId="LiveId" clId="{2358754E-E710-45E8-BD7E-5A0028B2BAAF}" dt="2018-11-26T19:26:01.903" v="391"/>
        <pc:sldMkLst>
          <pc:docMk/>
          <pc:sldMk cId="1305339529" sldId="269"/>
        </pc:sldMkLst>
        <pc:spChg chg="mod">
          <ac:chgData name="Zaka Ahmad Chishti" userId="76d074246b284c1d" providerId="LiveId" clId="{2358754E-E710-45E8-BD7E-5A0028B2BAAF}" dt="2018-11-26T19:24:54.641" v="343" actId="20577"/>
          <ac:spMkLst>
            <pc:docMk/>
            <pc:sldMk cId="1305339529" sldId="269"/>
            <ac:spMk id="2" creationId="{B98787AA-32CA-435A-8DAD-D209EFFEF8D7}"/>
          </ac:spMkLst>
        </pc:spChg>
        <pc:spChg chg="del">
          <ac:chgData name="Zaka Ahmad Chishti" userId="76d074246b284c1d" providerId="LiveId" clId="{2358754E-E710-45E8-BD7E-5A0028B2BAAF}" dt="2018-11-26T18:53:21.982" v="276"/>
          <ac:spMkLst>
            <pc:docMk/>
            <pc:sldMk cId="1305339529" sldId="269"/>
            <ac:spMk id="3" creationId="{97D9CD6A-4FAD-4F6B-AE40-B89C8239CB32}"/>
          </ac:spMkLst>
        </pc:spChg>
        <pc:spChg chg="add del mod">
          <ac:chgData name="Zaka Ahmad Chishti" userId="76d074246b284c1d" providerId="LiveId" clId="{2358754E-E710-45E8-BD7E-5A0028B2BAAF}" dt="2018-11-26T19:23:27.643" v="331"/>
          <ac:spMkLst>
            <pc:docMk/>
            <pc:sldMk cId="1305339529" sldId="269"/>
            <ac:spMk id="4" creationId="{0341593C-F157-4BCC-BF7C-A44491A8D538}"/>
          </ac:spMkLst>
        </pc:spChg>
        <pc:spChg chg="add mod">
          <ac:chgData name="Zaka Ahmad Chishti" userId="76d074246b284c1d" providerId="LiveId" clId="{2358754E-E710-45E8-BD7E-5A0028B2BAAF}" dt="2018-11-26T19:25:48.901" v="390" actId="1076"/>
          <ac:spMkLst>
            <pc:docMk/>
            <pc:sldMk cId="1305339529" sldId="269"/>
            <ac:spMk id="5" creationId="{4680F6A9-D928-4661-AA11-5453188EE630}"/>
          </ac:spMkLst>
        </pc:spChg>
        <pc:picChg chg="add del mod modCrop">
          <ac:chgData name="Zaka Ahmad Chishti" userId="76d074246b284c1d" providerId="LiveId" clId="{2358754E-E710-45E8-BD7E-5A0028B2BAAF}" dt="2018-11-26T18:53:56.542" v="281"/>
          <ac:picMkLst>
            <pc:docMk/>
            <pc:sldMk cId="1305339529" sldId="269"/>
            <ac:picMk id="3074" creationId="{C0F61FE0-452E-40A0-A46A-F91028B1C562}"/>
          </ac:picMkLst>
        </pc:picChg>
        <pc:picChg chg="add mod">
          <ac:chgData name="Zaka Ahmad Chishti" userId="76d074246b284c1d" providerId="LiveId" clId="{2358754E-E710-45E8-BD7E-5A0028B2BAAF}" dt="2018-11-26T19:23:33.457" v="333" actId="1076"/>
          <ac:picMkLst>
            <pc:docMk/>
            <pc:sldMk cId="1305339529" sldId="269"/>
            <ac:picMk id="3076" creationId="{36FD007C-E341-4502-B142-748EBB2A9035}"/>
          </ac:picMkLst>
        </pc:picChg>
        <pc:picChg chg="add mod">
          <ac:chgData name="Zaka Ahmad Chishti" userId="76d074246b284c1d" providerId="LiveId" clId="{2358754E-E710-45E8-BD7E-5A0028B2BAAF}" dt="2018-11-26T19:24:06.978" v="335" actId="1076"/>
          <ac:picMkLst>
            <pc:docMk/>
            <pc:sldMk cId="1305339529" sldId="269"/>
            <ac:picMk id="3078" creationId="{FD13BD54-9A50-402A-BBA5-8C3147B4C819}"/>
          </ac:picMkLst>
        </pc:picChg>
        <pc:picChg chg="add mod">
          <ac:chgData name="Zaka Ahmad Chishti" userId="76d074246b284c1d" providerId="LiveId" clId="{2358754E-E710-45E8-BD7E-5A0028B2BAAF}" dt="2018-11-26T19:24:37.503" v="342" actId="14100"/>
          <ac:picMkLst>
            <pc:docMk/>
            <pc:sldMk cId="1305339529" sldId="269"/>
            <ac:picMk id="3080" creationId="{1192C8A0-DE59-4AD0-8CF1-1B3466ACABA3}"/>
          </ac:picMkLst>
        </pc:picChg>
      </pc:sldChg>
      <pc:sldChg chg="addSp modSp add">
        <pc:chgData name="Zaka Ahmad Chishti" userId="76d074246b284c1d" providerId="LiveId" clId="{2358754E-E710-45E8-BD7E-5A0028B2BAAF}" dt="2018-11-26T19:30:30.526" v="429" actId="1076"/>
        <pc:sldMkLst>
          <pc:docMk/>
          <pc:sldMk cId="836726582" sldId="270"/>
        </pc:sldMkLst>
        <pc:spChg chg="mod">
          <ac:chgData name="Zaka Ahmad Chishti" userId="76d074246b284c1d" providerId="LiveId" clId="{2358754E-E710-45E8-BD7E-5A0028B2BAAF}" dt="2018-11-26T19:28:25.969" v="410" actId="20577"/>
          <ac:spMkLst>
            <pc:docMk/>
            <pc:sldMk cId="836726582" sldId="270"/>
            <ac:spMk id="2" creationId="{825B1716-E249-4120-BB84-20BDBA2D3889}"/>
          </ac:spMkLst>
        </pc:spChg>
        <pc:spChg chg="mod">
          <ac:chgData name="Zaka Ahmad Chishti" userId="76d074246b284c1d" providerId="LiveId" clId="{2358754E-E710-45E8-BD7E-5A0028B2BAAF}" dt="2018-11-26T19:29:36.294" v="418" actId="1076"/>
          <ac:spMkLst>
            <pc:docMk/>
            <pc:sldMk cId="836726582" sldId="270"/>
            <ac:spMk id="3" creationId="{25966D33-CCCF-45EB-A480-84A050170B55}"/>
          </ac:spMkLst>
        </pc:spChg>
        <pc:picChg chg="add mod">
          <ac:chgData name="Zaka Ahmad Chishti" userId="76d074246b284c1d" providerId="LiveId" clId="{2358754E-E710-45E8-BD7E-5A0028B2BAAF}" dt="2018-11-26T19:30:30.526" v="429" actId="1076"/>
          <ac:picMkLst>
            <pc:docMk/>
            <pc:sldMk cId="836726582" sldId="270"/>
            <ac:picMk id="5122" creationId="{57A93D6E-481D-483E-BCE6-0442AE1B1232}"/>
          </ac:picMkLst>
        </pc:picChg>
      </pc:sldChg>
      <pc:sldChg chg="addSp delSp modSp add">
        <pc:chgData name="Zaka Ahmad Chishti" userId="76d074246b284c1d" providerId="LiveId" clId="{2358754E-E710-45E8-BD7E-5A0028B2BAAF}" dt="2018-11-26T19:36:04.355" v="450" actId="313"/>
        <pc:sldMkLst>
          <pc:docMk/>
          <pc:sldMk cId="3207008950" sldId="271"/>
        </pc:sldMkLst>
        <pc:spChg chg="mod">
          <ac:chgData name="Zaka Ahmad Chishti" userId="76d074246b284c1d" providerId="LiveId" clId="{2358754E-E710-45E8-BD7E-5A0028B2BAAF}" dt="2018-11-26T19:36:04.355" v="450" actId="313"/>
          <ac:spMkLst>
            <pc:docMk/>
            <pc:sldMk cId="3207008950" sldId="271"/>
            <ac:spMk id="2" creationId="{16733680-89E4-4C37-BC93-C77A37150017}"/>
          </ac:spMkLst>
        </pc:spChg>
        <pc:spChg chg="del">
          <ac:chgData name="Zaka Ahmad Chishti" userId="76d074246b284c1d" providerId="LiveId" clId="{2358754E-E710-45E8-BD7E-5A0028B2BAAF}" dt="2018-11-26T19:33:55.891" v="430"/>
          <ac:spMkLst>
            <pc:docMk/>
            <pc:sldMk cId="3207008950" sldId="271"/>
            <ac:spMk id="3" creationId="{4BBA95F5-07C3-4D36-8EF4-ECAF14512AE2}"/>
          </ac:spMkLst>
        </pc:spChg>
        <pc:picChg chg="add">
          <ac:chgData name="Zaka Ahmad Chishti" userId="76d074246b284c1d" providerId="LiveId" clId="{2358754E-E710-45E8-BD7E-5A0028B2BAAF}" dt="2018-11-26T19:33:55.891" v="430"/>
          <ac:picMkLst>
            <pc:docMk/>
            <pc:sldMk cId="3207008950" sldId="271"/>
            <ac:picMk id="6146" creationId="{71F48DA4-A3DB-4423-BF27-31B4FCE0D9DD}"/>
          </ac:picMkLst>
        </pc:picChg>
      </pc:sldChg>
      <pc:sldChg chg="addSp modSp add">
        <pc:chgData name="Zaka Ahmad Chishti" userId="76d074246b284c1d" providerId="LiveId" clId="{2358754E-E710-45E8-BD7E-5A0028B2BAAF}" dt="2018-11-26T19:51:30.266" v="475" actId="1076"/>
        <pc:sldMkLst>
          <pc:docMk/>
          <pc:sldMk cId="48074647" sldId="272"/>
        </pc:sldMkLst>
        <pc:spChg chg="mod">
          <ac:chgData name="Zaka Ahmad Chishti" userId="76d074246b284c1d" providerId="LiveId" clId="{2358754E-E710-45E8-BD7E-5A0028B2BAAF}" dt="2018-11-26T19:49:56.141" v="463" actId="20577"/>
          <ac:spMkLst>
            <pc:docMk/>
            <pc:sldMk cId="48074647" sldId="272"/>
            <ac:spMk id="2" creationId="{200A1C20-54DA-4C1D-9B55-BF5305DED81E}"/>
          </ac:spMkLst>
        </pc:spChg>
        <pc:spChg chg="mod">
          <ac:chgData name="Zaka Ahmad Chishti" userId="76d074246b284c1d" providerId="LiveId" clId="{2358754E-E710-45E8-BD7E-5A0028B2BAAF}" dt="2018-11-26T19:51:12.907" v="471" actId="1076"/>
          <ac:spMkLst>
            <pc:docMk/>
            <pc:sldMk cId="48074647" sldId="272"/>
            <ac:spMk id="3" creationId="{0D1EBB74-C049-4D19-815A-A05F64517994}"/>
          </ac:spMkLst>
        </pc:spChg>
        <pc:picChg chg="add mod">
          <ac:chgData name="Zaka Ahmad Chishti" userId="76d074246b284c1d" providerId="LiveId" clId="{2358754E-E710-45E8-BD7E-5A0028B2BAAF}" dt="2018-11-26T19:51:30.266" v="475" actId="1076"/>
          <ac:picMkLst>
            <pc:docMk/>
            <pc:sldMk cId="48074647" sldId="272"/>
            <ac:picMk id="7170" creationId="{3DC260EA-4CAF-4B79-98FD-23B3CD604AB1}"/>
          </ac:picMkLst>
        </pc:picChg>
      </pc:sldChg>
      <pc:sldChg chg="modSp add">
        <pc:chgData name="Zaka Ahmad Chishti" userId="76d074246b284c1d" providerId="LiveId" clId="{2358754E-E710-45E8-BD7E-5A0028B2BAAF}" dt="2018-11-26T19:53:47.686" v="499" actId="20577"/>
        <pc:sldMkLst>
          <pc:docMk/>
          <pc:sldMk cId="2578790092" sldId="273"/>
        </pc:sldMkLst>
        <pc:spChg chg="mod">
          <ac:chgData name="Zaka Ahmad Chishti" userId="76d074246b284c1d" providerId="LiveId" clId="{2358754E-E710-45E8-BD7E-5A0028B2BAAF}" dt="2018-11-26T19:52:47.622" v="478" actId="20577"/>
          <ac:spMkLst>
            <pc:docMk/>
            <pc:sldMk cId="2578790092" sldId="273"/>
            <ac:spMk id="2" creationId="{DAECAB92-DE80-47A6-AB41-C19DB1488A25}"/>
          </ac:spMkLst>
        </pc:spChg>
        <pc:spChg chg="mod">
          <ac:chgData name="Zaka Ahmad Chishti" userId="76d074246b284c1d" providerId="LiveId" clId="{2358754E-E710-45E8-BD7E-5A0028B2BAAF}" dt="2018-11-26T19:53:47.686" v="499" actId="20577"/>
          <ac:spMkLst>
            <pc:docMk/>
            <pc:sldMk cId="2578790092" sldId="273"/>
            <ac:spMk id="3" creationId="{598CB06B-6EB3-4B37-8B32-5803FFE8D3AB}"/>
          </ac:spMkLst>
        </pc:spChg>
      </pc:sldChg>
      <pc:sldChg chg="add">
        <pc:chgData name="Zaka Ahmad Chishti" userId="76d074246b284c1d" providerId="LiveId" clId="{2358754E-E710-45E8-BD7E-5A0028B2BAAF}" dt="2018-11-26T19:53:53.174" v="500"/>
        <pc:sldMkLst>
          <pc:docMk/>
          <pc:sldMk cId="4183739189" sldId="27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485309-32F8-4DB8-A40A-FE9AFEF8D9A6}" type="datetimeFigureOut">
              <a:rPr lang="en-GB" smtClean="0"/>
              <a:t>26/11/2018</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B8BFF5-B990-4650-8A03-4C52E122AD60}" type="slidenum">
              <a:rPr lang="en-GB" smtClean="0"/>
              <a:t>‹#›</a:t>
            </a:fld>
            <a:endParaRPr lang="en-GB"/>
          </a:p>
        </p:txBody>
      </p:sp>
    </p:spTree>
    <p:extLst>
      <p:ext uri="{BB962C8B-B14F-4D97-AF65-F5344CB8AC3E}">
        <p14:creationId xmlns:p14="http://schemas.microsoft.com/office/powerpoint/2010/main" val="2161203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2B8BFF5-B990-4650-8A03-4C52E122AD60}" type="slidenum">
              <a:rPr lang="en-GB" smtClean="0"/>
              <a:t>5</a:t>
            </a:fld>
            <a:endParaRPr lang="en-GB"/>
          </a:p>
        </p:txBody>
      </p:sp>
    </p:spTree>
    <p:extLst>
      <p:ext uri="{BB962C8B-B14F-4D97-AF65-F5344CB8AC3E}">
        <p14:creationId xmlns:p14="http://schemas.microsoft.com/office/powerpoint/2010/main" val="25492735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FFEA9-2483-464D-BCC2-FE0F18135F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516CC57E-655B-41CE-B4FA-2D5541B4DF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F335A4D-3E8A-4E6F-9456-BF5A71323019}"/>
              </a:ext>
            </a:extLst>
          </p:cNvPr>
          <p:cNvSpPr>
            <a:spLocks noGrp="1"/>
          </p:cNvSpPr>
          <p:nvPr>
            <p:ph type="dt" sz="half" idx="10"/>
          </p:nvPr>
        </p:nvSpPr>
        <p:spPr/>
        <p:txBody>
          <a:bodyPr/>
          <a:lstStyle/>
          <a:p>
            <a:fld id="{9756A016-AD27-4761-B4E2-4FE561AD68C0}" type="datetimeFigureOut">
              <a:rPr lang="en-GB" smtClean="0"/>
              <a:t>26/11/2018</a:t>
            </a:fld>
            <a:endParaRPr lang="en-GB"/>
          </a:p>
        </p:txBody>
      </p:sp>
      <p:sp>
        <p:nvSpPr>
          <p:cNvPr id="5" name="Footer Placeholder 4">
            <a:extLst>
              <a:ext uri="{FF2B5EF4-FFF2-40B4-BE49-F238E27FC236}">
                <a16:creationId xmlns:a16="http://schemas.microsoft.com/office/drawing/2014/main" id="{CBB7BB8B-07EF-4CC7-99CD-E0161423437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D7B1423-0DF0-41DF-9B1F-8B9B1A9F116C}"/>
              </a:ext>
            </a:extLst>
          </p:cNvPr>
          <p:cNvSpPr>
            <a:spLocks noGrp="1"/>
          </p:cNvSpPr>
          <p:nvPr>
            <p:ph type="sldNum" sz="quarter" idx="12"/>
          </p:nvPr>
        </p:nvSpPr>
        <p:spPr/>
        <p:txBody>
          <a:bodyPr/>
          <a:lstStyle/>
          <a:p>
            <a:fld id="{AC070D4A-722F-433F-B6DA-CB577F2031A9}" type="slidenum">
              <a:rPr lang="en-GB" smtClean="0"/>
              <a:t>‹#›</a:t>
            </a:fld>
            <a:endParaRPr lang="en-GB"/>
          </a:p>
        </p:txBody>
      </p:sp>
    </p:spTree>
    <p:extLst>
      <p:ext uri="{BB962C8B-B14F-4D97-AF65-F5344CB8AC3E}">
        <p14:creationId xmlns:p14="http://schemas.microsoft.com/office/powerpoint/2010/main" val="4245224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0310E-BDB3-4197-B994-DD59A75D16B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B4E8AE2-B253-4900-A22D-F6A64369E0E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58FAA73-6FCD-429D-9988-EB725E8A2696}"/>
              </a:ext>
            </a:extLst>
          </p:cNvPr>
          <p:cNvSpPr>
            <a:spLocks noGrp="1"/>
          </p:cNvSpPr>
          <p:nvPr>
            <p:ph type="dt" sz="half" idx="10"/>
          </p:nvPr>
        </p:nvSpPr>
        <p:spPr/>
        <p:txBody>
          <a:bodyPr/>
          <a:lstStyle/>
          <a:p>
            <a:fld id="{9756A016-AD27-4761-B4E2-4FE561AD68C0}" type="datetimeFigureOut">
              <a:rPr lang="en-GB" smtClean="0"/>
              <a:t>26/11/2018</a:t>
            </a:fld>
            <a:endParaRPr lang="en-GB"/>
          </a:p>
        </p:txBody>
      </p:sp>
      <p:sp>
        <p:nvSpPr>
          <p:cNvPr id="5" name="Footer Placeholder 4">
            <a:extLst>
              <a:ext uri="{FF2B5EF4-FFF2-40B4-BE49-F238E27FC236}">
                <a16:creationId xmlns:a16="http://schemas.microsoft.com/office/drawing/2014/main" id="{34E35A5B-7474-43A9-97C1-2F2C8D61CAE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4D9AACB-B43E-49DA-ABE8-B927713975BF}"/>
              </a:ext>
            </a:extLst>
          </p:cNvPr>
          <p:cNvSpPr>
            <a:spLocks noGrp="1"/>
          </p:cNvSpPr>
          <p:nvPr>
            <p:ph type="sldNum" sz="quarter" idx="12"/>
          </p:nvPr>
        </p:nvSpPr>
        <p:spPr/>
        <p:txBody>
          <a:bodyPr/>
          <a:lstStyle/>
          <a:p>
            <a:fld id="{AC070D4A-722F-433F-B6DA-CB577F2031A9}" type="slidenum">
              <a:rPr lang="en-GB" smtClean="0"/>
              <a:t>‹#›</a:t>
            </a:fld>
            <a:endParaRPr lang="en-GB"/>
          </a:p>
        </p:txBody>
      </p:sp>
    </p:spTree>
    <p:extLst>
      <p:ext uri="{BB962C8B-B14F-4D97-AF65-F5344CB8AC3E}">
        <p14:creationId xmlns:p14="http://schemas.microsoft.com/office/powerpoint/2010/main" val="2196272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3F6F2-B12D-4A33-9E8E-7EC45BF3FCE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6507FC1-E10A-4809-A909-9C56CF122B8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A7C2029-186F-4CAF-B150-D1A810FA81A2}"/>
              </a:ext>
            </a:extLst>
          </p:cNvPr>
          <p:cNvSpPr>
            <a:spLocks noGrp="1"/>
          </p:cNvSpPr>
          <p:nvPr>
            <p:ph type="dt" sz="half" idx="10"/>
          </p:nvPr>
        </p:nvSpPr>
        <p:spPr/>
        <p:txBody>
          <a:bodyPr/>
          <a:lstStyle/>
          <a:p>
            <a:fld id="{9756A016-AD27-4761-B4E2-4FE561AD68C0}" type="datetimeFigureOut">
              <a:rPr lang="en-GB" smtClean="0"/>
              <a:t>26/11/2018</a:t>
            </a:fld>
            <a:endParaRPr lang="en-GB"/>
          </a:p>
        </p:txBody>
      </p:sp>
      <p:sp>
        <p:nvSpPr>
          <p:cNvPr id="5" name="Footer Placeholder 4">
            <a:extLst>
              <a:ext uri="{FF2B5EF4-FFF2-40B4-BE49-F238E27FC236}">
                <a16:creationId xmlns:a16="http://schemas.microsoft.com/office/drawing/2014/main" id="{91B83253-616E-48AE-88C7-4F2256DB0F1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99F960E-D34C-463E-A2A5-F62686B8161F}"/>
              </a:ext>
            </a:extLst>
          </p:cNvPr>
          <p:cNvSpPr>
            <a:spLocks noGrp="1"/>
          </p:cNvSpPr>
          <p:nvPr>
            <p:ph type="sldNum" sz="quarter" idx="12"/>
          </p:nvPr>
        </p:nvSpPr>
        <p:spPr/>
        <p:txBody>
          <a:bodyPr/>
          <a:lstStyle/>
          <a:p>
            <a:fld id="{AC070D4A-722F-433F-B6DA-CB577F2031A9}" type="slidenum">
              <a:rPr lang="en-GB" smtClean="0"/>
              <a:t>‹#›</a:t>
            </a:fld>
            <a:endParaRPr lang="en-GB"/>
          </a:p>
        </p:txBody>
      </p:sp>
    </p:spTree>
    <p:extLst>
      <p:ext uri="{BB962C8B-B14F-4D97-AF65-F5344CB8AC3E}">
        <p14:creationId xmlns:p14="http://schemas.microsoft.com/office/powerpoint/2010/main" val="522284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23B6E-7DF3-4315-AE10-F5BAC2E1D44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849E683-BC02-4B2F-9203-B3D281875B1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6F4D040-4134-43B4-8523-5BD2F237A904}"/>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72AD4E9-305F-454E-9FB2-4EC2C533FA60}"/>
              </a:ext>
            </a:extLst>
          </p:cNvPr>
          <p:cNvSpPr>
            <a:spLocks noGrp="1"/>
          </p:cNvSpPr>
          <p:nvPr>
            <p:ph type="dt" sz="half" idx="10"/>
          </p:nvPr>
        </p:nvSpPr>
        <p:spPr/>
        <p:txBody>
          <a:bodyPr/>
          <a:lstStyle/>
          <a:p>
            <a:fld id="{9756A016-AD27-4761-B4E2-4FE561AD68C0}" type="datetimeFigureOut">
              <a:rPr lang="en-GB" smtClean="0"/>
              <a:t>26/11/2018</a:t>
            </a:fld>
            <a:endParaRPr lang="en-GB"/>
          </a:p>
        </p:txBody>
      </p:sp>
      <p:sp>
        <p:nvSpPr>
          <p:cNvPr id="6" name="Footer Placeholder 5">
            <a:extLst>
              <a:ext uri="{FF2B5EF4-FFF2-40B4-BE49-F238E27FC236}">
                <a16:creationId xmlns:a16="http://schemas.microsoft.com/office/drawing/2014/main" id="{522BCE77-4430-4600-A1A0-622D2AF5E89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5629233-8A45-4679-A3F9-4E71D40468D0}"/>
              </a:ext>
            </a:extLst>
          </p:cNvPr>
          <p:cNvSpPr>
            <a:spLocks noGrp="1"/>
          </p:cNvSpPr>
          <p:nvPr>
            <p:ph type="sldNum" sz="quarter" idx="12"/>
          </p:nvPr>
        </p:nvSpPr>
        <p:spPr/>
        <p:txBody>
          <a:bodyPr/>
          <a:lstStyle/>
          <a:p>
            <a:fld id="{AC070D4A-722F-433F-B6DA-CB577F2031A9}" type="slidenum">
              <a:rPr lang="en-GB" smtClean="0"/>
              <a:t>‹#›</a:t>
            </a:fld>
            <a:endParaRPr lang="en-GB"/>
          </a:p>
        </p:txBody>
      </p:sp>
    </p:spTree>
    <p:extLst>
      <p:ext uri="{BB962C8B-B14F-4D97-AF65-F5344CB8AC3E}">
        <p14:creationId xmlns:p14="http://schemas.microsoft.com/office/powerpoint/2010/main" val="2752571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D32F-A971-499E-9FB4-1ADF0FCE068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BD76CF3-5381-4D07-8F18-86B9A851CE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C5989B4-1626-4677-AF39-7A3E94299D8A}"/>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F46C5A2-9A55-458E-91C7-70F98A11FE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2F72EE1-664F-4796-9293-08C49B3F83B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3ACD48C-690E-4AD5-8D0A-234BE86FC4CB}"/>
              </a:ext>
            </a:extLst>
          </p:cNvPr>
          <p:cNvSpPr>
            <a:spLocks noGrp="1"/>
          </p:cNvSpPr>
          <p:nvPr>
            <p:ph type="dt" sz="half" idx="10"/>
          </p:nvPr>
        </p:nvSpPr>
        <p:spPr/>
        <p:txBody>
          <a:bodyPr/>
          <a:lstStyle/>
          <a:p>
            <a:fld id="{9756A016-AD27-4761-B4E2-4FE561AD68C0}" type="datetimeFigureOut">
              <a:rPr lang="en-GB" smtClean="0"/>
              <a:t>26/11/2018</a:t>
            </a:fld>
            <a:endParaRPr lang="en-GB"/>
          </a:p>
        </p:txBody>
      </p:sp>
      <p:sp>
        <p:nvSpPr>
          <p:cNvPr id="8" name="Footer Placeholder 7">
            <a:extLst>
              <a:ext uri="{FF2B5EF4-FFF2-40B4-BE49-F238E27FC236}">
                <a16:creationId xmlns:a16="http://schemas.microsoft.com/office/drawing/2014/main" id="{4864331D-3F1F-4217-B2C3-A12418DBB39E}"/>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59C4DDB5-FE66-463C-B15F-D87D3B155C64}"/>
              </a:ext>
            </a:extLst>
          </p:cNvPr>
          <p:cNvSpPr>
            <a:spLocks noGrp="1"/>
          </p:cNvSpPr>
          <p:nvPr>
            <p:ph type="sldNum" sz="quarter" idx="12"/>
          </p:nvPr>
        </p:nvSpPr>
        <p:spPr/>
        <p:txBody>
          <a:bodyPr/>
          <a:lstStyle/>
          <a:p>
            <a:fld id="{AC070D4A-722F-433F-B6DA-CB577F2031A9}" type="slidenum">
              <a:rPr lang="en-GB" smtClean="0"/>
              <a:t>‹#›</a:t>
            </a:fld>
            <a:endParaRPr lang="en-GB"/>
          </a:p>
        </p:txBody>
      </p:sp>
    </p:spTree>
    <p:extLst>
      <p:ext uri="{BB962C8B-B14F-4D97-AF65-F5344CB8AC3E}">
        <p14:creationId xmlns:p14="http://schemas.microsoft.com/office/powerpoint/2010/main" val="1833644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6A36E-7EC4-45C3-914B-6FE853B414C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D8D260F-041E-4E9C-A4FF-7FFB0233331F}"/>
              </a:ext>
            </a:extLst>
          </p:cNvPr>
          <p:cNvSpPr>
            <a:spLocks noGrp="1"/>
          </p:cNvSpPr>
          <p:nvPr>
            <p:ph type="dt" sz="half" idx="10"/>
          </p:nvPr>
        </p:nvSpPr>
        <p:spPr/>
        <p:txBody>
          <a:bodyPr/>
          <a:lstStyle/>
          <a:p>
            <a:fld id="{9756A016-AD27-4761-B4E2-4FE561AD68C0}" type="datetimeFigureOut">
              <a:rPr lang="en-GB" smtClean="0"/>
              <a:t>26/11/2018</a:t>
            </a:fld>
            <a:endParaRPr lang="en-GB"/>
          </a:p>
        </p:txBody>
      </p:sp>
      <p:sp>
        <p:nvSpPr>
          <p:cNvPr id="4" name="Footer Placeholder 3">
            <a:extLst>
              <a:ext uri="{FF2B5EF4-FFF2-40B4-BE49-F238E27FC236}">
                <a16:creationId xmlns:a16="http://schemas.microsoft.com/office/drawing/2014/main" id="{43DA2794-5FFB-43BA-BB34-0E5E595976E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B05B20D-9E53-4FC2-AE5E-EDD4761E2423}"/>
              </a:ext>
            </a:extLst>
          </p:cNvPr>
          <p:cNvSpPr>
            <a:spLocks noGrp="1"/>
          </p:cNvSpPr>
          <p:nvPr>
            <p:ph type="sldNum" sz="quarter" idx="12"/>
          </p:nvPr>
        </p:nvSpPr>
        <p:spPr/>
        <p:txBody>
          <a:bodyPr/>
          <a:lstStyle/>
          <a:p>
            <a:fld id="{AC070D4A-722F-433F-B6DA-CB577F2031A9}" type="slidenum">
              <a:rPr lang="en-GB" smtClean="0"/>
              <a:t>‹#›</a:t>
            </a:fld>
            <a:endParaRPr lang="en-GB"/>
          </a:p>
        </p:txBody>
      </p:sp>
    </p:spTree>
    <p:extLst>
      <p:ext uri="{BB962C8B-B14F-4D97-AF65-F5344CB8AC3E}">
        <p14:creationId xmlns:p14="http://schemas.microsoft.com/office/powerpoint/2010/main" val="1353277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A9F235-6DBD-46D8-AA56-B7702B6F71D0}"/>
              </a:ext>
            </a:extLst>
          </p:cNvPr>
          <p:cNvSpPr>
            <a:spLocks noGrp="1"/>
          </p:cNvSpPr>
          <p:nvPr>
            <p:ph type="dt" sz="half" idx="10"/>
          </p:nvPr>
        </p:nvSpPr>
        <p:spPr/>
        <p:txBody>
          <a:bodyPr/>
          <a:lstStyle/>
          <a:p>
            <a:fld id="{9756A016-AD27-4761-B4E2-4FE561AD68C0}" type="datetimeFigureOut">
              <a:rPr lang="en-GB" smtClean="0"/>
              <a:t>26/11/2018</a:t>
            </a:fld>
            <a:endParaRPr lang="en-GB"/>
          </a:p>
        </p:txBody>
      </p:sp>
      <p:sp>
        <p:nvSpPr>
          <p:cNvPr id="3" name="Footer Placeholder 2">
            <a:extLst>
              <a:ext uri="{FF2B5EF4-FFF2-40B4-BE49-F238E27FC236}">
                <a16:creationId xmlns:a16="http://schemas.microsoft.com/office/drawing/2014/main" id="{D42ACEAA-6EBA-4A1C-8198-0D148D43AC9A}"/>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BFE8614-213B-4AA4-AB4C-8C92CDA4AF1B}"/>
              </a:ext>
            </a:extLst>
          </p:cNvPr>
          <p:cNvSpPr>
            <a:spLocks noGrp="1"/>
          </p:cNvSpPr>
          <p:nvPr>
            <p:ph type="sldNum" sz="quarter" idx="12"/>
          </p:nvPr>
        </p:nvSpPr>
        <p:spPr/>
        <p:txBody>
          <a:bodyPr/>
          <a:lstStyle/>
          <a:p>
            <a:fld id="{AC070D4A-722F-433F-B6DA-CB577F2031A9}" type="slidenum">
              <a:rPr lang="en-GB" smtClean="0"/>
              <a:t>‹#›</a:t>
            </a:fld>
            <a:endParaRPr lang="en-GB"/>
          </a:p>
        </p:txBody>
      </p:sp>
    </p:spTree>
    <p:extLst>
      <p:ext uri="{BB962C8B-B14F-4D97-AF65-F5344CB8AC3E}">
        <p14:creationId xmlns:p14="http://schemas.microsoft.com/office/powerpoint/2010/main" val="2148346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B4CB8-C7B2-4BF1-99F4-E4B56535B5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9043107-473F-4E33-8809-3015E138D5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3120BCF-1292-48C7-BAFA-8194E87B09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005206D-DD3D-473D-B683-AE9D49568C37}"/>
              </a:ext>
            </a:extLst>
          </p:cNvPr>
          <p:cNvSpPr>
            <a:spLocks noGrp="1"/>
          </p:cNvSpPr>
          <p:nvPr>
            <p:ph type="dt" sz="half" idx="10"/>
          </p:nvPr>
        </p:nvSpPr>
        <p:spPr/>
        <p:txBody>
          <a:bodyPr/>
          <a:lstStyle/>
          <a:p>
            <a:fld id="{9756A016-AD27-4761-B4E2-4FE561AD68C0}" type="datetimeFigureOut">
              <a:rPr lang="en-GB" smtClean="0"/>
              <a:t>26/11/2018</a:t>
            </a:fld>
            <a:endParaRPr lang="en-GB"/>
          </a:p>
        </p:txBody>
      </p:sp>
      <p:sp>
        <p:nvSpPr>
          <p:cNvPr id="6" name="Footer Placeholder 5">
            <a:extLst>
              <a:ext uri="{FF2B5EF4-FFF2-40B4-BE49-F238E27FC236}">
                <a16:creationId xmlns:a16="http://schemas.microsoft.com/office/drawing/2014/main" id="{BAFFC2F9-9ED9-4959-BCE7-B1BA2A0277F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2ACA72D-87B1-4806-8356-4AB546C7EBC8}"/>
              </a:ext>
            </a:extLst>
          </p:cNvPr>
          <p:cNvSpPr>
            <a:spLocks noGrp="1"/>
          </p:cNvSpPr>
          <p:nvPr>
            <p:ph type="sldNum" sz="quarter" idx="12"/>
          </p:nvPr>
        </p:nvSpPr>
        <p:spPr/>
        <p:txBody>
          <a:bodyPr/>
          <a:lstStyle/>
          <a:p>
            <a:fld id="{AC070D4A-722F-433F-B6DA-CB577F2031A9}" type="slidenum">
              <a:rPr lang="en-GB" smtClean="0"/>
              <a:t>‹#›</a:t>
            </a:fld>
            <a:endParaRPr lang="en-GB"/>
          </a:p>
        </p:txBody>
      </p:sp>
    </p:spTree>
    <p:extLst>
      <p:ext uri="{BB962C8B-B14F-4D97-AF65-F5344CB8AC3E}">
        <p14:creationId xmlns:p14="http://schemas.microsoft.com/office/powerpoint/2010/main" val="3873268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4E75A-CA05-496C-9C09-3603179613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0BC3DD8-D11C-44E0-9167-2D6B9336E6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062826D-F1FF-4A66-B840-53B7759627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90C65F4-4256-467B-BFF3-C7F56AD4F265}"/>
              </a:ext>
            </a:extLst>
          </p:cNvPr>
          <p:cNvSpPr>
            <a:spLocks noGrp="1"/>
          </p:cNvSpPr>
          <p:nvPr>
            <p:ph type="dt" sz="half" idx="10"/>
          </p:nvPr>
        </p:nvSpPr>
        <p:spPr/>
        <p:txBody>
          <a:bodyPr/>
          <a:lstStyle/>
          <a:p>
            <a:fld id="{9756A016-AD27-4761-B4E2-4FE561AD68C0}" type="datetimeFigureOut">
              <a:rPr lang="en-GB" smtClean="0"/>
              <a:t>26/11/2018</a:t>
            </a:fld>
            <a:endParaRPr lang="en-GB"/>
          </a:p>
        </p:txBody>
      </p:sp>
      <p:sp>
        <p:nvSpPr>
          <p:cNvPr id="6" name="Footer Placeholder 5">
            <a:extLst>
              <a:ext uri="{FF2B5EF4-FFF2-40B4-BE49-F238E27FC236}">
                <a16:creationId xmlns:a16="http://schemas.microsoft.com/office/drawing/2014/main" id="{FA130749-D8F7-48B2-80C5-3ADB6C9B953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1219834-F6FA-4E25-B482-4B58E2122647}"/>
              </a:ext>
            </a:extLst>
          </p:cNvPr>
          <p:cNvSpPr>
            <a:spLocks noGrp="1"/>
          </p:cNvSpPr>
          <p:nvPr>
            <p:ph type="sldNum" sz="quarter" idx="12"/>
          </p:nvPr>
        </p:nvSpPr>
        <p:spPr/>
        <p:txBody>
          <a:bodyPr/>
          <a:lstStyle/>
          <a:p>
            <a:fld id="{AC070D4A-722F-433F-B6DA-CB577F2031A9}" type="slidenum">
              <a:rPr lang="en-GB" smtClean="0"/>
              <a:t>‹#›</a:t>
            </a:fld>
            <a:endParaRPr lang="en-GB"/>
          </a:p>
        </p:txBody>
      </p:sp>
    </p:spTree>
    <p:extLst>
      <p:ext uri="{BB962C8B-B14F-4D97-AF65-F5344CB8AC3E}">
        <p14:creationId xmlns:p14="http://schemas.microsoft.com/office/powerpoint/2010/main" val="18408280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90FD5-75C9-455C-8553-726EFB01354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8BFFF25-79FE-4D89-9A39-BD38C63F0BF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0F6931C-72D3-49DC-9540-9DCC654956EA}"/>
              </a:ext>
            </a:extLst>
          </p:cNvPr>
          <p:cNvSpPr>
            <a:spLocks noGrp="1"/>
          </p:cNvSpPr>
          <p:nvPr>
            <p:ph type="dt" sz="half" idx="10"/>
          </p:nvPr>
        </p:nvSpPr>
        <p:spPr/>
        <p:txBody>
          <a:bodyPr/>
          <a:lstStyle/>
          <a:p>
            <a:fld id="{9756A016-AD27-4761-B4E2-4FE561AD68C0}" type="datetimeFigureOut">
              <a:rPr lang="en-GB" smtClean="0"/>
              <a:t>26/11/2018</a:t>
            </a:fld>
            <a:endParaRPr lang="en-GB"/>
          </a:p>
        </p:txBody>
      </p:sp>
      <p:sp>
        <p:nvSpPr>
          <p:cNvPr id="5" name="Footer Placeholder 4">
            <a:extLst>
              <a:ext uri="{FF2B5EF4-FFF2-40B4-BE49-F238E27FC236}">
                <a16:creationId xmlns:a16="http://schemas.microsoft.com/office/drawing/2014/main" id="{C79D1A80-7159-4DA5-98F3-56913C4C88D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E86023F-391A-4EA5-89F2-B29FC84A770A}"/>
              </a:ext>
            </a:extLst>
          </p:cNvPr>
          <p:cNvSpPr>
            <a:spLocks noGrp="1"/>
          </p:cNvSpPr>
          <p:nvPr>
            <p:ph type="sldNum" sz="quarter" idx="12"/>
          </p:nvPr>
        </p:nvSpPr>
        <p:spPr/>
        <p:txBody>
          <a:bodyPr/>
          <a:lstStyle/>
          <a:p>
            <a:fld id="{AC070D4A-722F-433F-B6DA-CB577F2031A9}" type="slidenum">
              <a:rPr lang="en-GB" smtClean="0"/>
              <a:t>‹#›</a:t>
            </a:fld>
            <a:endParaRPr lang="en-GB"/>
          </a:p>
        </p:txBody>
      </p:sp>
    </p:spTree>
    <p:extLst>
      <p:ext uri="{BB962C8B-B14F-4D97-AF65-F5344CB8AC3E}">
        <p14:creationId xmlns:p14="http://schemas.microsoft.com/office/powerpoint/2010/main" val="32692574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82891C-465A-48C9-8164-1797A47C738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DA42D0C-16D5-4793-8982-4D6983D01F4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BC31CF7-501C-4FEF-B7B7-07B9DEF91A88}"/>
              </a:ext>
            </a:extLst>
          </p:cNvPr>
          <p:cNvSpPr>
            <a:spLocks noGrp="1"/>
          </p:cNvSpPr>
          <p:nvPr>
            <p:ph type="dt" sz="half" idx="10"/>
          </p:nvPr>
        </p:nvSpPr>
        <p:spPr/>
        <p:txBody>
          <a:bodyPr/>
          <a:lstStyle/>
          <a:p>
            <a:fld id="{9756A016-AD27-4761-B4E2-4FE561AD68C0}" type="datetimeFigureOut">
              <a:rPr lang="en-GB" smtClean="0"/>
              <a:t>26/11/2018</a:t>
            </a:fld>
            <a:endParaRPr lang="en-GB"/>
          </a:p>
        </p:txBody>
      </p:sp>
      <p:sp>
        <p:nvSpPr>
          <p:cNvPr id="5" name="Footer Placeholder 4">
            <a:extLst>
              <a:ext uri="{FF2B5EF4-FFF2-40B4-BE49-F238E27FC236}">
                <a16:creationId xmlns:a16="http://schemas.microsoft.com/office/drawing/2014/main" id="{34A5DDBB-A83D-4408-A314-976913527A6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A4D05B8-AB0F-4C9C-8BB0-DFB3F23F8C8B}"/>
              </a:ext>
            </a:extLst>
          </p:cNvPr>
          <p:cNvSpPr>
            <a:spLocks noGrp="1"/>
          </p:cNvSpPr>
          <p:nvPr>
            <p:ph type="sldNum" sz="quarter" idx="12"/>
          </p:nvPr>
        </p:nvSpPr>
        <p:spPr/>
        <p:txBody>
          <a:bodyPr/>
          <a:lstStyle/>
          <a:p>
            <a:fld id="{AC070D4A-722F-433F-B6DA-CB577F2031A9}" type="slidenum">
              <a:rPr lang="en-GB" smtClean="0"/>
              <a:t>‹#›</a:t>
            </a:fld>
            <a:endParaRPr lang="en-GB"/>
          </a:p>
        </p:txBody>
      </p:sp>
    </p:spTree>
    <p:extLst>
      <p:ext uri="{BB962C8B-B14F-4D97-AF65-F5344CB8AC3E}">
        <p14:creationId xmlns:p14="http://schemas.microsoft.com/office/powerpoint/2010/main" val="307343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4B208F-90D9-4F31-9A53-E4860A2F39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EB162C2-4939-4529-978B-6BA08D6FA2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19801DD-0684-49E9-8BC0-2B52820754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56A016-AD27-4761-B4E2-4FE561AD68C0}" type="datetimeFigureOut">
              <a:rPr lang="en-GB" smtClean="0"/>
              <a:t>26/11/2018</a:t>
            </a:fld>
            <a:endParaRPr lang="en-GB"/>
          </a:p>
        </p:txBody>
      </p:sp>
      <p:sp>
        <p:nvSpPr>
          <p:cNvPr id="5" name="Footer Placeholder 4">
            <a:extLst>
              <a:ext uri="{FF2B5EF4-FFF2-40B4-BE49-F238E27FC236}">
                <a16:creationId xmlns:a16="http://schemas.microsoft.com/office/drawing/2014/main" id="{AAAEA7C0-5C52-4776-8336-410918573F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D2718D62-B744-42DC-856D-864F0751E6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070D4A-722F-433F-B6DA-CB577F2031A9}" type="slidenum">
              <a:rPr lang="en-GB" smtClean="0"/>
              <a:t>‹#›</a:t>
            </a:fld>
            <a:endParaRPr lang="en-GB"/>
          </a:p>
        </p:txBody>
      </p:sp>
    </p:spTree>
    <p:extLst>
      <p:ext uri="{BB962C8B-B14F-4D97-AF65-F5344CB8AC3E}">
        <p14:creationId xmlns:p14="http://schemas.microsoft.com/office/powerpoint/2010/main" val="29008731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C000C-0506-4231-A81F-1438C27713AD}"/>
              </a:ext>
            </a:extLst>
          </p:cNvPr>
          <p:cNvSpPr>
            <a:spLocks noGrp="1"/>
          </p:cNvSpPr>
          <p:nvPr>
            <p:ph type="ctrTitle"/>
          </p:nvPr>
        </p:nvSpPr>
        <p:spPr/>
        <p:txBody>
          <a:bodyPr/>
          <a:lstStyle/>
          <a:p>
            <a:r>
              <a:rPr lang="en-GB" dirty="0"/>
              <a:t>IC Fabrication &amp; Stuffing </a:t>
            </a:r>
          </a:p>
        </p:txBody>
      </p:sp>
      <p:sp>
        <p:nvSpPr>
          <p:cNvPr id="3" name="Subtitle 2">
            <a:extLst>
              <a:ext uri="{FF2B5EF4-FFF2-40B4-BE49-F238E27FC236}">
                <a16:creationId xmlns:a16="http://schemas.microsoft.com/office/drawing/2014/main" id="{4C192668-5CA7-44F0-B7F5-28D2CCBEB7F1}"/>
              </a:ext>
            </a:extLst>
          </p:cNvPr>
          <p:cNvSpPr>
            <a:spLocks noGrp="1"/>
          </p:cNvSpPr>
          <p:nvPr>
            <p:ph type="subTitle" idx="1"/>
          </p:nvPr>
        </p:nvSpPr>
        <p:spPr>
          <a:xfrm>
            <a:off x="5546124" y="6283454"/>
            <a:ext cx="9144000" cy="1655762"/>
          </a:xfrm>
        </p:spPr>
        <p:txBody>
          <a:bodyPr/>
          <a:lstStyle/>
          <a:p>
            <a:r>
              <a:rPr lang="en-GB" dirty="0"/>
              <a:t>Presented to: </a:t>
            </a:r>
            <a:r>
              <a:rPr lang="en-GB" dirty="0" err="1"/>
              <a:t>Muntizer</a:t>
            </a:r>
            <a:r>
              <a:rPr lang="en-GB" dirty="0"/>
              <a:t> Hussain</a:t>
            </a:r>
          </a:p>
        </p:txBody>
      </p:sp>
    </p:spTree>
    <p:extLst>
      <p:ext uri="{BB962C8B-B14F-4D97-AF65-F5344CB8AC3E}">
        <p14:creationId xmlns:p14="http://schemas.microsoft.com/office/powerpoint/2010/main" val="2654168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CC27B-CCF0-4484-B5CA-FC8AC21DDDE7}"/>
              </a:ext>
            </a:extLst>
          </p:cNvPr>
          <p:cNvSpPr>
            <a:spLocks noGrp="1"/>
          </p:cNvSpPr>
          <p:nvPr>
            <p:ph type="title"/>
          </p:nvPr>
        </p:nvSpPr>
        <p:spPr/>
        <p:txBody>
          <a:bodyPr/>
          <a:lstStyle/>
          <a:p>
            <a:r>
              <a:rPr lang="en-GB" dirty="0"/>
              <a:t>INTEGRATED CIRCUIT</a:t>
            </a:r>
          </a:p>
        </p:txBody>
      </p:sp>
      <p:sp>
        <p:nvSpPr>
          <p:cNvPr id="3" name="Content Placeholder 2">
            <a:extLst>
              <a:ext uri="{FF2B5EF4-FFF2-40B4-BE49-F238E27FC236}">
                <a16:creationId xmlns:a16="http://schemas.microsoft.com/office/drawing/2014/main" id="{62E7A9F6-C38C-456E-AA9F-014EEE5F214E}"/>
              </a:ext>
            </a:extLst>
          </p:cNvPr>
          <p:cNvSpPr>
            <a:spLocks noGrp="1"/>
          </p:cNvSpPr>
          <p:nvPr>
            <p:ph idx="1"/>
          </p:nvPr>
        </p:nvSpPr>
        <p:spPr>
          <a:xfrm>
            <a:off x="908304" y="1825625"/>
            <a:ext cx="10445496" cy="3998396"/>
          </a:xfrm>
        </p:spPr>
        <p:txBody>
          <a:bodyPr/>
          <a:lstStyle/>
          <a:p>
            <a:endParaRPr lang="en-GB" dirty="0"/>
          </a:p>
          <a:p>
            <a:endParaRPr lang="en-GB" dirty="0"/>
          </a:p>
          <a:p>
            <a:r>
              <a:rPr lang="en-GB" dirty="0"/>
              <a:t>An Integrated Circuit (IC) is also called as chip or microchip. It is a semiconductor wafer in which millions of components are fabricated. The active and passive components such as resistors, diodes, transistors etc and external connections are usually fabricated in on extremely tiny single chip of silicon.</a:t>
            </a:r>
          </a:p>
        </p:txBody>
      </p:sp>
      <p:pic>
        <p:nvPicPr>
          <p:cNvPr id="1026" name="Picture 2" descr="Related image">
            <a:extLst>
              <a:ext uri="{FF2B5EF4-FFF2-40B4-BE49-F238E27FC236}">
                <a16:creationId xmlns:a16="http://schemas.microsoft.com/office/drawing/2014/main" id="{B695696E-A409-494F-8C41-02A6732235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8850" y="-565150"/>
            <a:ext cx="3429000" cy="3429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Related image">
            <a:extLst>
              <a:ext uri="{FF2B5EF4-FFF2-40B4-BE49-F238E27FC236}">
                <a16:creationId xmlns:a16="http://schemas.microsoft.com/office/drawing/2014/main" id="{DB698351-3D12-4D3A-80F9-5B911EA742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62750" y="4629427"/>
            <a:ext cx="3393016" cy="2544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70044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27AD7-3F1C-4DF6-A362-734FF5E83A48}"/>
              </a:ext>
            </a:extLst>
          </p:cNvPr>
          <p:cNvSpPr>
            <a:spLocks noGrp="1"/>
          </p:cNvSpPr>
          <p:nvPr>
            <p:ph type="title"/>
          </p:nvPr>
        </p:nvSpPr>
        <p:spPr/>
        <p:txBody>
          <a:bodyPr/>
          <a:lstStyle/>
          <a:p>
            <a:endParaRPr lang="en-GB" dirty="0"/>
          </a:p>
        </p:txBody>
      </p:sp>
      <p:pic>
        <p:nvPicPr>
          <p:cNvPr id="5" name="Content Placeholder 4">
            <a:extLst>
              <a:ext uri="{FF2B5EF4-FFF2-40B4-BE49-F238E27FC236}">
                <a16:creationId xmlns:a16="http://schemas.microsoft.com/office/drawing/2014/main" id="{22ADD1F6-08AF-4941-949B-C8E42CB3302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79810" cy="6858001"/>
          </a:xfrm>
        </p:spPr>
      </p:pic>
    </p:spTree>
    <p:extLst>
      <p:ext uri="{BB962C8B-B14F-4D97-AF65-F5344CB8AC3E}">
        <p14:creationId xmlns:p14="http://schemas.microsoft.com/office/powerpoint/2010/main" val="2404597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9EB8C-3740-46A4-8C86-EC2717611166}"/>
              </a:ext>
            </a:extLst>
          </p:cNvPr>
          <p:cNvSpPr>
            <a:spLocks noGrp="1"/>
          </p:cNvSpPr>
          <p:nvPr>
            <p:ph type="title"/>
          </p:nvPr>
        </p:nvSpPr>
        <p:spPr/>
        <p:txBody>
          <a:bodyPr>
            <a:normAutofit/>
          </a:bodyPr>
          <a:lstStyle/>
          <a:p>
            <a:r>
              <a:rPr lang="en-GB" b="1" i="1" dirty="0"/>
              <a:t>Step 1: Wafer production  </a:t>
            </a:r>
            <a:r>
              <a:rPr lang="en-GB" i="1" dirty="0"/>
              <a:t> </a:t>
            </a:r>
            <a:endParaRPr lang="en-GB" dirty="0"/>
          </a:p>
        </p:txBody>
      </p:sp>
      <p:sp>
        <p:nvSpPr>
          <p:cNvPr id="3" name="Content Placeholder 2">
            <a:extLst>
              <a:ext uri="{FF2B5EF4-FFF2-40B4-BE49-F238E27FC236}">
                <a16:creationId xmlns:a16="http://schemas.microsoft.com/office/drawing/2014/main" id="{F7AACB69-49BF-4196-B89B-F83F4EA9BA6E}"/>
              </a:ext>
            </a:extLst>
          </p:cNvPr>
          <p:cNvSpPr>
            <a:spLocks noGrp="1"/>
          </p:cNvSpPr>
          <p:nvPr>
            <p:ph idx="1"/>
          </p:nvPr>
        </p:nvSpPr>
        <p:spPr/>
        <p:txBody>
          <a:bodyPr/>
          <a:lstStyle/>
          <a:p>
            <a:pPr marL="0" indent="0">
              <a:buNone/>
            </a:pPr>
            <a:r>
              <a:rPr lang="en-GB" dirty="0"/>
              <a:t>The first step is wafer production. The wafer is a round slice of semiconductor material such as silicon. Silicon is preferred due to its characteristics. It is more suitable for manufacturing IC.</a:t>
            </a:r>
          </a:p>
          <a:p>
            <a:r>
              <a:rPr lang="en-GB" dirty="0"/>
              <a:t>First purified polycrystalline silicon is created from the sand.</a:t>
            </a:r>
          </a:p>
          <a:p>
            <a:r>
              <a:rPr lang="en-GB" dirty="0"/>
              <a:t>Then it is heated to produce molten liquid.</a:t>
            </a:r>
          </a:p>
          <a:p>
            <a:r>
              <a:rPr lang="en-GB" dirty="0"/>
              <a:t>A small piece of solid silicon is dipped on the molten liquid.</a:t>
            </a:r>
          </a:p>
          <a:p>
            <a:r>
              <a:rPr lang="en-GB" dirty="0"/>
              <a:t>Then the solid silicon (seed) is slowly pulled from the melt.</a:t>
            </a:r>
          </a:p>
          <a:p>
            <a:r>
              <a:rPr lang="en-GB" dirty="0"/>
              <a:t>The liquid cools to form single crystal ingot. </a:t>
            </a:r>
          </a:p>
        </p:txBody>
      </p:sp>
      <p:sp>
        <p:nvSpPr>
          <p:cNvPr id="4" name="TextBox 3">
            <a:extLst>
              <a:ext uri="{FF2B5EF4-FFF2-40B4-BE49-F238E27FC236}">
                <a16:creationId xmlns:a16="http://schemas.microsoft.com/office/drawing/2014/main" id="{4F5AED11-24C1-4D79-B87E-D7BF82190DC1}"/>
              </a:ext>
            </a:extLst>
          </p:cNvPr>
          <p:cNvSpPr txBox="1"/>
          <p:nvPr/>
        </p:nvSpPr>
        <p:spPr>
          <a:xfrm>
            <a:off x="524647" y="5823020"/>
            <a:ext cx="10718383" cy="707886"/>
          </a:xfrm>
          <a:prstGeom prst="rect">
            <a:avLst/>
          </a:prstGeom>
          <a:noFill/>
        </p:spPr>
        <p:txBody>
          <a:bodyPr wrap="none" rtlCol="0">
            <a:spAutoFit/>
          </a:bodyPr>
          <a:lstStyle/>
          <a:p>
            <a:r>
              <a:rPr lang="en-GB" sz="4000" dirty="0">
                <a:solidFill>
                  <a:srgbClr val="FF0000"/>
                </a:solidFill>
              </a:rPr>
              <a:t>Each slice having thickness about .01 to .025inches</a:t>
            </a:r>
          </a:p>
        </p:txBody>
      </p:sp>
      <p:pic>
        <p:nvPicPr>
          <p:cNvPr id="5" name="Picture 2" descr="Image result for ic wafer production">
            <a:extLst>
              <a:ext uri="{FF2B5EF4-FFF2-40B4-BE49-F238E27FC236}">
                <a16:creationId xmlns:a16="http://schemas.microsoft.com/office/drawing/2014/main" id="{8F509FA3-6185-42A9-81D1-5C5D7D47769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9269" t="15691" r="38171" b="56906"/>
          <a:stretch/>
        </p:blipFill>
        <p:spPr bwMode="auto">
          <a:xfrm>
            <a:off x="10311714" y="4405183"/>
            <a:ext cx="1606378" cy="11924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0309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A614F-F626-4CB5-8442-5B75C0962CCC}"/>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62B49A88-1D42-4DC1-B62B-7B8BD81338E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 y="-1"/>
            <a:ext cx="12165063" cy="6932141"/>
          </a:xfrm>
        </p:spPr>
      </p:pic>
    </p:spTree>
    <p:extLst>
      <p:ext uri="{BB962C8B-B14F-4D97-AF65-F5344CB8AC3E}">
        <p14:creationId xmlns:p14="http://schemas.microsoft.com/office/powerpoint/2010/main" val="2139832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AC6A4-2B8F-46F7-8CBB-31333A3D6E7B}"/>
              </a:ext>
            </a:extLst>
          </p:cNvPr>
          <p:cNvSpPr>
            <a:spLocks noGrp="1"/>
          </p:cNvSpPr>
          <p:nvPr>
            <p:ph type="title"/>
          </p:nvPr>
        </p:nvSpPr>
        <p:spPr/>
        <p:txBody>
          <a:bodyPr/>
          <a:lstStyle/>
          <a:p>
            <a:r>
              <a:rPr lang="en-GB" dirty="0"/>
              <a:t>Step 2: </a:t>
            </a:r>
            <a:r>
              <a:rPr lang="en-GB" b="1" i="1" dirty="0"/>
              <a:t>Masking</a:t>
            </a:r>
            <a:endParaRPr lang="en-GB" dirty="0"/>
          </a:p>
        </p:txBody>
      </p:sp>
      <p:sp>
        <p:nvSpPr>
          <p:cNvPr id="3" name="Content Placeholder 2">
            <a:extLst>
              <a:ext uri="{FF2B5EF4-FFF2-40B4-BE49-F238E27FC236}">
                <a16:creationId xmlns:a16="http://schemas.microsoft.com/office/drawing/2014/main" id="{59B9D53F-C962-4140-9E32-06E0557615EE}"/>
              </a:ext>
            </a:extLst>
          </p:cNvPr>
          <p:cNvSpPr>
            <a:spLocks noGrp="1"/>
          </p:cNvSpPr>
          <p:nvPr>
            <p:ph idx="1"/>
          </p:nvPr>
        </p:nvSpPr>
        <p:spPr/>
        <p:txBody>
          <a:bodyPr/>
          <a:lstStyle/>
          <a:p>
            <a:r>
              <a:rPr lang="en-GB" dirty="0"/>
              <a:t>To protect some area of wafer when working on another area, a process called </a:t>
            </a:r>
            <a:r>
              <a:rPr lang="en-GB" b="1" dirty="0"/>
              <a:t>photolithography </a:t>
            </a:r>
            <a:r>
              <a:rPr lang="en-GB" dirty="0"/>
              <a:t>is used. </a:t>
            </a:r>
          </a:p>
          <a:p>
            <a:r>
              <a:rPr lang="en-GB" dirty="0"/>
              <a:t>The process of photolithography includes masking with a photographic mask and photo etching. A photoresist film is applied on the wafer. The wafer is aligned to a mask using photo aligner. Then it is exposed to ultraviolet light through mask. </a:t>
            </a:r>
          </a:p>
          <a:p>
            <a:r>
              <a:rPr lang="en-GB" dirty="0"/>
              <a:t>Before that the wafer must be aligned with the mask. Generally, there are automatic tools for alignment purpose.</a:t>
            </a:r>
            <a:br>
              <a:rPr lang="en-GB" dirty="0"/>
            </a:br>
            <a:endParaRPr lang="en-GB" dirty="0"/>
          </a:p>
        </p:txBody>
      </p:sp>
    </p:spTree>
    <p:extLst>
      <p:ext uri="{BB962C8B-B14F-4D97-AF65-F5344CB8AC3E}">
        <p14:creationId xmlns:p14="http://schemas.microsoft.com/office/powerpoint/2010/main" val="42428000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A1FAF-2907-4AD6-83F6-AC7145DD5012}"/>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FD551027-792A-4F6E-8928-C0B1C82AC6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2409562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49491-3148-40F9-B297-7B8C565F0C4B}"/>
              </a:ext>
            </a:extLst>
          </p:cNvPr>
          <p:cNvSpPr>
            <a:spLocks noGrp="1"/>
          </p:cNvSpPr>
          <p:nvPr>
            <p:ph type="title"/>
          </p:nvPr>
        </p:nvSpPr>
        <p:spPr/>
        <p:txBody>
          <a:bodyPr/>
          <a:lstStyle/>
          <a:p>
            <a:r>
              <a:rPr lang="en-GB" dirty="0"/>
              <a:t>Step 3: </a:t>
            </a:r>
            <a:r>
              <a:rPr lang="en-GB" b="1" i="1" dirty="0"/>
              <a:t>Etching</a:t>
            </a:r>
            <a:endParaRPr lang="en-GB" dirty="0"/>
          </a:p>
        </p:txBody>
      </p:sp>
      <p:sp>
        <p:nvSpPr>
          <p:cNvPr id="3" name="Content Placeholder 2">
            <a:extLst>
              <a:ext uri="{FF2B5EF4-FFF2-40B4-BE49-F238E27FC236}">
                <a16:creationId xmlns:a16="http://schemas.microsoft.com/office/drawing/2014/main" id="{6B1FF19E-2E47-4679-99AE-FC4B430C5F5E}"/>
              </a:ext>
            </a:extLst>
          </p:cNvPr>
          <p:cNvSpPr>
            <a:spLocks noGrp="1"/>
          </p:cNvSpPr>
          <p:nvPr>
            <p:ph idx="1"/>
          </p:nvPr>
        </p:nvSpPr>
        <p:spPr/>
        <p:txBody>
          <a:bodyPr/>
          <a:lstStyle/>
          <a:p>
            <a:r>
              <a:rPr lang="en-GB" dirty="0"/>
              <a:t>It removes material selectively from the surface of wafer to create patterns. The pattern is defined by etching mask. The parts of material are protected by this etching mask. Either wet (chemical) or dry (physical) etching can be used to remove the unmasked material.  To perform etching in all directions at same time, isotropic etching will be used. </a:t>
            </a:r>
          </a:p>
        </p:txBody>
      </p:sp>
    </p:spTree>
    <p:extLst>
      <p:ext uri="{BB962C8B-B14F-4D97-AF65-F5344CB8AC3E}">
        <p14:creationId xmlns:p14="http://schemas.microsoft.com/office/powerpoint/2010/main" val="3760540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A1FAF-2907-4AD6-83F6-AC7145DD5012}"/>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FD551027-792A-4F6E-8928-C0B1C82AC6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29188332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A07FA-2B67-43D9-BDCC-E788AEAA37F1}"/>
              </a:ext>
            </a:extLst>
          </p:cNvPr>
          <p:cNvSpPr>
            <a:spLocks noGrp="1"/>
          </p:cNvSpPr>
          <p:nvPr>
            <p:ph type="title"/>
          </p:nvPr>
        </p:nvSpPr>
        <p:spPr/>
        <p:txBody>
          <a:bodyPr/>
          <a:lstStyle/>
          <a:p>
            <a:r>
              <a:rPr lang="en-GB" dirty="0"/>
              <a:t>Step 4: Doping</a:t>
            </a:r>
          </a:p>
        </p:txBody>
      </p:sp>
      <p:sp>
        <p:nvSpPr>
          <p:cNvPr id="3" name="Content Placeholder 2">
            <a:extLst>
              <a:ext uri="{FF2B5EF4-FFF2-40B4-BE49-F238E27FC236}">
                <a16:creationId xmlns:a16="http://schemas.microsoft.com/office/drawing/2014/main" id="{DEEE51CA-9EA6-4F30-94B5-72BD0744B4A9}"/>
              </a:ext>
            </a:extLst>
          </p:cNvPr>
          <p:cNvSpPr>
            <a:spLocks noGrp="1"/>
          </p:cNvSpPr>
          <p:nvPr>
            <p:ph idx="1"/>
          </p:nvPr>
        </p:nvSpPr>
        <p:spPr/>
        <p:txBody>
          <a:bodyPr>
            <a:normAutofit/>
          </a:bodyPr>
          <a:lstStyle/>
          <a:p>
            <a:r>
              <a:rPr lang="en-GB" dirty="0"/>
              <a:t>Diffusion is defined as the movement of impurity atoms in semiconductor material at high temperature.</a:t>
            </a:r>
          </a:p>
          <a:p>
            <a:pPr marL="0" indent="0">
              <a:buNone/>
            </a:pPr>
            <a:r>
              <a:rPr lang="en-GB" b="1" i="1" dirty="0"/>
              <a:t>Atomic diffusion:</a:t>
            </a:r>
          </a:p>
          <a:p>
            <a:r>
              <a:rPr lang="en-GB" dirty="0"/>
              <a:t>In this method p and n regions are created by adding dopants into the wafer. The wafers are placed in an oven which is made up of quartz and it is surrounded with heating elements. Then the wafers are heated at a temperature of about 1500-2200°F. </a:t>
            </a:r>
          </a:p>
          <a:p>
            <a:pPr marL="0" indent="0">
              <a:buNone/>
            </a:pPr>
            <a:r>
              <a:rPr lang="en-GB" b="1" i="1" dirty="0"/>
              <a:t>Ion implantation</a:t>
            </a:r>
          </a:p>
          <a:p>
            <a:pPr marL="0" indent="0">
              <a:buNone/>
            </a:pPr>
            <a:endParaRPr lang="en-GB" dirty="0"/>
          </a:p>
          <a:p>
            <a:pPr marL="0" indent="0">
              <a:buNone/>
            </a:pPr>
            <a:endParaRPr lang="en-GB" b="1" i="1" dirty="0"/>
          </a:p>
          <a:p>
            <a:pPr marL="0" indent="0">
              <a:buNone/>
            </a:pPr>
            <a:endParaRPr lang="en-GB" dirty="0"/>
          </a:p>
        </p:txBody>
      </p:sp>
    </p:spTree>
    <p:extLst>
      <p:ext uri="{BB962C8B-B14F-4D97-AF65-F5344CB8AC3E}">
        <p14:creationId xmlns:p14="http://schemas.microsoft.com/office/powerpoint/2010/main" val="473599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A1FAF-2907-4AD6-83F6-AC7145DD5012}"/>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FD551027-792A-4F6E-8928-C0B1C82AC6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38849610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434D6-CD7A-405A-8BA7-7157D2DAF8F8}"/>
              </a:ext>
            </a:extLst>
          </p:cNvPr>
          <p:cNvSpPr>
            <a:spLocks noGrp="1"/>
          </p:cNvSpPr>
          <p:nvPr>
            <p:ph type="title"/>
          </p:nvPr>
        </p:nvSpPr>
        <p:spPr/>
        <p:txBody>
          <a:bodyPr/>
          <a:lstStyle/>
          <a:p>
            <a:r>
              <a:rPr lang="en-GB" i="1" dirty="0"/>
              <a:t>Step 5: </a:t>
            </a:r>
            <a:r>
              <a:rPr lang="en-GB" b="1" i="1" dirty="0"/>
              <a:t>Metallization</a:t>
            </a:r>
            <a:endParaRPr lang="en-GB" dirty="0"/>
          </a:p>
        </p:txBody>
      </p:sp>
      <p:sp>
        <p:nvSpPr>
          <p:cNvPr id="3" name="Content Placeholder 2">
            <a:extLst>
              <a:ext uri="{FF2B5EF4-FFF2-40B4-BE49-F238E27FC236}">
                <a16:creationId xmlns:a16="http://schemas.microsoft.com/office/drawing/2014/main" id="{F9D85C00-61EC-4076-AFAD-B4451F926523}"/>
              </a:ext>
            </a:extLst>
          </p:cNvPr>
          <p:cNvSpPr>
            <a:spLocks noGrp="1"/>
          </p:cNvSpPr>
          <p:nvPr>
            <p:ph idx="1"/>
          </p:nvPr>
        </p:nvSpPr>
        <p:spPr/>
        <p:txBody>
          <a:bodyPr>
            <a:normAutofit lnSpcReduction="10000"/>
          </a:bodyPr>
          <a:lstStyle/>
          <a:p>
            <a:r>
              <a:rPr lang="en-GB" dirty="0"/>
              <a:t>It is used to create contact with silicon and to make interconnections on chip. A thin layer of aluminium is deposited over the whole wafer. Aluminium is selected because it is a good conductor, has good mechanical bond with silicon, forms low resistance contact and it can be applied and patterned with single deposition and etching process. </a:t>
            </a:r>
          </a:p>
          <a:p>
            <a:endParaRPr lang="en-GB" dirty="0"/>
          </a:p>
          <a:p>
            <a:r>
              <a:rPr lang="en-GB" b="1" i="1" dirty="0"/>
              <a:t>Assembly and packaging</a:t>
            </a:r>
            <a:endParaRPr lang="en-GB" dirty="0"/>
          </a:p>
          <a:p>
            <a:pPr marL="0" indent="0">
              <a:buNone/>
            </a:pPr>
            <a:r>
              <a:rPr lang="en-GB" dirty="0"/>
              <a:t>Each of the wafers contains hundreds of chips. These chips are separated and packaged by a method called scribing and cleaving. The wafer is similar to a piece of glass.  A diamond saw cut the wafer into single chips.</a:t>
            </a:r>
          </a:p>
          <a:p>
            <a:endParaRPr lang="en-GB" dirty="0"/>
          </a:p>
        </p:txBody>
      </p:sp>
    </p:spTree>
    <p:extLst>
      <p:ext uri="{BB962C8B-B14F-4D97-AF65-F5344CB8AC3E}">
        <p14:creationId xmlns:p14="http://schemas.microsoft.com/office/powerpoint/2010/main" val="1033719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9F0F4-469F-4CEA-A256-76533520D8BC}"/>
              </a:ext>
            </a:extLst>
          </p:cNvPr>
          <p:cNvSpPr>
            <a:spLocks noGrp="1"/>
          </p:cNvSpPr>
          <p:nvPr>
            <p:ph type="title"/>
          </p:nvPr>
        </p:nvSpPr>
        <p:spPr>
          <a:xfrm>
            <a:off x="773759" y="-667826"/>
            <a:ext cx="11135475" cy="1913671"/>
          </a:xfrm>
        </p:spPr>
        <p:txBody>
          <a:bodyPr/>
          <a:lstStyle/>
          <a:p>
            <a:endParaRPr lang="en-GB" dirty="0"/>
          </a:p>
        </p:txBody>
      </p:sp>
      <p:sp>
        <p:nvSpPr>
          <p:cNvPr id="6" name="Content Placeholder 5">
            <a:extLst>
              <a:ext uri="{FF2B5EF4-FFF2-40B4-BE49-F238E27FC236}">
                <a16:creationId xmlns:a16="http://schemas.microsoft.com/office/drawing/2014/main" id="{46682A2D-44C3-435A-8F3B-CC250EBEC28C}"/>
              </a:ext>
            </a:extLst>
          </p:cNvPr>
          <p:cNvSpPr>
            <a:spLocks noGrp="1"/>
          </p:cNvSpPr>
          <p:nvPr>
            <p:ph idx="1"/>
          </p:nvPr>
        </p:nvSpPr>
        <p:spPr/>
        <p:txBody>
          <a:bodyPr/>
          <a:lstStyle/>
          <a:p>
            <a:endParaRPr lang="en-GB" dirty="0"/>
          </a:p>
        </p:txBody>
      </p:sp>
      <p:pic>
        <p:nvPicPr>
          <p:cNvPr id="2050" name="Picture 2" descr="Image result for ic wafer production">
            <a:extLst>
              <a:ext uri="{FF2B5EF4-FFF2-40B4-BE49-F238E27FC236}">
                <a16:creationId xmlns:a16="http://schemas.microsoft.com/office/drawing/2014/main" id="{8E74AB7E-239F-4B2D-8A1D-F45C0CE888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319" y="0"/>
            <a:ext cx="12338222" cy="7086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81473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787AA-32CA-435A-8DAD-D209EFFEF8D7}"/>
              </a:ext>
            </a:extLst>
          </p:cNvPr>
          <p:cNvSpPr>
            <a:spLocks noGrp="1"/>
          </p:cNvSpPr>
          <p:nvPr>
            <p:ph type="title"/>
          </p:nvPr>
        </p:nvSpPr>
        <p:spPr/>
        <p:txBody>
          <a:bodyPr/>
          <a:lstStyle/>
          <a:p>
            <a:r>
              <a:rPr lang="en-GB" dirty="0"/>
              <a:t>PCB Assembly Using Pick &amp; Place or PCB Stuffing </a:t>
            </a:r>
          </a:p>
        </p:txBody>
      </p:sp>
      <p:pic>
        <p:nvPicPr>
          <p:cNvPr id="3076" name="Picture 4" descr="Image result for smd placement machine price in pakistan">
            <a:extLst>
              <a:ext uri="{FF2B5EF4-FFF2-40B4-BE49-F238E27FC236}">
                <a16:creationId xmlns:a16="http://schemas.microsoft.com/office/drawing/2014/main" id="{36FD007C-E341-4502-B142-748EBB2A903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736359" y="1690688"/>
            <a:ext cx="4379441" cy="4379441"/>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Related image">
            <a:extLst>
              <a:ext uri="{FF2B5EF4-FFF2-40B4-BE49-F238E27FC236}">
                <a16:creationId xmlns:a16="http://schemas.microsoft.com/office/drawing/2014/main" id="{FD13BD54-9A50-402A-BBA5-8C3147B4C8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9592" y="3292175"/>
            <a:ext cx="3429000" cy="3152775"/>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Related image">
            <a:extLst>
              <a:ext uri="{FF2B5EF4-FFF2-40B4-BE49-F238E27FC236}">
                <a16:creationId xmlns:a16="http://schemas.microsoft.com/office/drawing/2014/main" id="{1192C8A0-DE59-4AD0-8CF1-1B3466ACAB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1906029"/>
            <a:ext cx="4749114" cy="474911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680F6A9-D928-4661-AA11-5453188EE630}"/>
              </a:ext>
            </a:extLst>
          </p:cNvPr>
          <p:cNvSpPr txBox="1"/>
          <p:nvPr/>
        </p:nvSpPr>
        <p:spPr>
          <a:xfrm>
            <a:off x="3299254" y="1690688"/>
            <a:ext cx="4919745" cy="584775"/>
          </a:xfrm>
          <a:prstGeom prst="rect">
            <a:avLst/>
          </a:prstGeom>
          <a:noFill/>
        </p:spPr>
        <p:txBody>
          <a:bodyPr wrap="none" rtlCol="0">
            <a:spAutoFit/>
          </a:bodyPr>
          <a:lstStyle/>
          <a:p>
            <a:r>
              <a:rPr lang="en-GB" sz="3200" dirty="0">
                <a:solidFill>
                  <a:srgbClr val="00B050"/>
                </a:solidFill>
              </a:rPr>
              <a:t>SMD Pick and Drop Machine</a:t>
            </a:r>
          </a:p>
        </p:txBody>
      </p:sp>
    </p:spTree>
    <p:extLst>
      <p:ext uri="{BB962C8B-B14F-4D97-AF65-F5344CB8AC3E}">
        <p14:creationId xmlns:p14="http://schemas.microsoft.com/office/powerpoint/2010/main" val="1305339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B1716-E249-4120-BB84-20BDBA2D3889}"/>
              </a:ext>
            </a:extLst>
          </p:cNvPr>
          <p:cNvSpPr>
            <a:spLocks noGrp="1"/>
          </p:cNvSpPr>
          <p:nvPr>
            <p:ph type="title"/>
          </p:nvPr>
        </p:nvSpPr>
        <p:spPr/>
        <p:txBody>
          <a:bodyPr/>
          <a:lstStyle/>
          <a:p>
            <a:r>
              <a:rPr lang="en-GB" dirty="0"/>
              <a:t>SMT Machine:</a:t>
            </a:r>
          </a:p>
        </p:txBody>
      </p:sp>
      <p:sp>
        <p:nvSpPr>
          <p:cNvPr id="3" name="Content Placeholder 2">
            <a:extLst>
              <a:ext uri="{FF2B5EF4-FFF2-40B4-BE49-F238E27FC236}">
                <a16:creationId xmlns:a16="http://schemas.microsoft.com/office/drawing/2014/main" id="{25966D33-CCCF-45EB-A480-84A050170B55}"/>
              </a:ext>
            </a:extLst>
          </p:cNvPr>
          <p:cNvSpPr>
            <a:spLocks noGrp="1"/>
          </p:cNvSpPr>
          <p:nvPr>
            <p:ph idx="1"/>
          </p:nvPr>
        </p:nvSpPr>
        <p:spPr>
          <a:xfrm>
            <a:off x="702276" y="1448744"/>
            <a:ext cx="10515600" cy="4351338"/>
          </a:xfrm>
        </p:spPr>
        <p:txBody>
          <a:bodyPr/>
          <a:lstStyle/>
          <a:p>
            <a:endParaRPr lang="en-GB" b="1" dirty="0"/>
          </a:p>
          <a:p>
            <a:endParaRPr lang="en-GB" b="1" dirty="0"/>
          </a:p>
          <a:p>
            <a:r>
              <a:rPr lang="en-GB" b="1" dirty="0"/>
              <a:t>SMT</a:t>
            </a:r>
            <a:r>
              <a:rPr lang="en-GB" dirty="0"/>
              <a:t> (surface mount technology) component placement systems, commonly called pick-and-place </a:t>
            </a:r>
            <a:r>
              <a:rPr lang="en-GB" b="1" dirty="0"/>
              <a:t>machines</a:t>
            </a:r>
            <a:r>
              <a:rPr lang="en-GB" dirty="0"/>
              <a:t> or P&amp;Ps, are robotic </a:t>
            </a:r>
            <a:r>
              <a:rPr lang="en-GB" b="1" dirty="0"/>
              <a:t>machines</a:t>
            </a:r>
            <a:r>
              <a:rPr lang="en-GB" dirty="0"/>
              <a:t> which are used to place surface-mount devices (SMDs) onto a printed circuit board (PCB).</a:t>
            </a:r>
          </a:p>
          <a:p>
            <a:pPr marL="0" indent="0">
              <a:buNone/>
            </a:pPr>
            <a:endParaRPr lang="en-GB" dirty="0"/>
          </a:p>
          <a:p>
            <a:pPr marL="0" indent="0">
              <a:buNone/>
            </a:pPr>
            <a:endParaRPr lang="en-GB" dirty="0"/>
          </a:p>
        </p:txBody>
      </p:sp>
      <p:pic>
        <p:nvPicPr>
          <p:cNvPr id="5122" name="Picture 2" descr="Image result for smd pick and drop machine stands for">
            <a:extLst>
              <a:ext uri="{FF2B5EF4-FFF2-40B4-BE49-F238E27FC236}">
                <a16:creationId xmlns:a16="http://schemas.microsoft.com/office/drawing/2014/main" id="{57A93D6E-481D-483E-BCE6-0442AE1B12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6573" y="4300151"/>
            <a:ext cx="9955427" cy="25578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67265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33680-89E4-4C37-BC93-C77A37150017}"/>
              </a:ext>
            </a:extLst>
          </p:cNvPr>
          <p:cNvSpPr>
            <a:spLocks noGrp="1"/>
          </p:cNvSpPr>
          <p:nvPr>
            <p:ph type="title"/>
          </p:nvPr>
        </p:nvSpPr>
        <p:spPr/>
        <p:txBody>
          <a:bodyPr/>
          <a:lstStyle/>
          <a:p>
            <a:r>
              <a:rPr lang="en-GB" dirty="0"/>
              <a:t>SMT Components Disk:</a:t>
            </a:r>
          </a:p>
        </p:txBody>
      </p:sp>
      <p:pic>
        <p:nvPicPr>
          <p:cNvPr id="6146" name="Picture 2" descr="Related image">
            <a:extLst>
              <a:ext uri="{FF2B5EF4-FFF2-40B4-BE49-F238E27FC236}">
                <a16:creationId xmlns:a16="http://schemas.microsoft.com/office/drawing/2014/main" id="{71F48DA4-A3DB-4423-BF27-31B4FCE0D9D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19891" y="1825625"/>
            <a:ext cx="575221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70089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A1C20-54DA-4C1D-9B55-BF5305DED81E}"/>
              </a:ext>
            </a:extLst>
          </p:cNvPr>
          <p:cNvSpPr>
            <a:spLocks noGrp="1"/>
          </p:cNvSpPr>
          <p:nvPr>
            <p:ph type="title"/>
          </p:nvPr>
        </p:nvSpPr>
        <p:spPr/>
        <p:txBody>
          <a:bodyPr/>
          <a:lstStyle/>
          <a:p>
            <a:r>
              <a:rPr lang="en-GB" dirty="0"/>
              <a:t>SMD Devices</a:t>
            </a:r>
          </a:p>
        </p:txBody>
      </p:sp>
      <p:sp>
        <p:nvSpPr>
          <p:cNvPr id="3" name="Content Placeholder 2">
            <a:extLst>
              <a:ext uri="{FF2B5EF4-FFF2-40B4-BE49-F238E27FC236}">
                <a16:creationId xmlns:a16="http://schemas.microsoft.com/office/drawing/2014/main" id="{0D1EBB74-C049-4D19-815A-A05F64517994}"/>
              </a:ext>
            </a:extLst>
          </p:cNvPr>
          <p:cNvSpPr>
            <a:spLocks noGrp="1"/>
          </p:cNvSpPr>
          <p:nvPr>
            <p:ph idx="1"/>
          </p:nvPr>
        </p:nvSpPr>
        <p:spPr>
          <a:xfrm>
            <a:off x="584886" y="1690688"/>
            <a:ext cx="10515600" cy="4351338"/>
          </a:xfrm>
        </p:spPr>
        <p:txBody>
          <a:bodyPr/>
          <a:lstStyle/>
          <a:p>
            <a:r>
              <a:rPr lang="en-GB" dirty="0"/>
              <a:t>An electronic device so made is called a surface mount device (SMD). In the industry it has largely replaced the through - hole technology construction method of fitting components with wire leads into holes in the circuit board.</a:t>
            </a:r>
          </a:p>
          <a:p>
            <a:pPr marL="0" indent="0">
              <a:buNone/>
            </a:pPr>
            <a:endParaRPr lang="en-GB" dirty="0"/>
          </a:p>
          <a:p>
            <a:pPr marL="0" indent="0">
              <a:buNone/>
            </a:pPr>
            <a:endParaRPr lang="en-GB" dirty="0"/>
          </a:p>
        </p:txBody>
      </p:sp>
      <p:pic>
        <p:nvPicPr>
          <p:cNvPr id="7170" name="Picture 2" descr="Image result for smd device">
            <a:extLst>
              <a:ext uri="{FF2B5EF4-FFF2-40B4-BE49-F238E27FC236}">
                <a16:creationId xmlns:a16="http://schemas.microsoft.com/office/drawing/2014/main" id="{3DC260EA-4CAF-4B79-98FD-23B3CD604A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9332" y="3944080"/>
            <a:ext cx="9570566" cy="2777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0746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CAB92-DE80-47A6-AB41-C19DB1488A25}"/>
              </a:ext>
            </a:extLst>
          </p:cNvPr>
          <p:cNvSpPr>
            <a:spLocks noGrp="1"/>
          </p:cNvSpPr>
          <p:nvPr>
            <p:ph type="title"/>
          </p:nvPr>
        </p:nvSpPr>
        <p:spPr/>
        <p:txBody>
          <a:bodyPr/>
          <a:lstStyle/>
          <a:p>
            <a:r>
              <a:rPr lang="en-GB" dirty="0"/>
              <a:t>PROCESSES INVOLVED</a:t>
            </a:r>
          </a:p>
        </p:txBody>
      </p:sp>
      <p:sp>
        <p:nvSpPr>
          <p:cNvPr id="3" name="Content Placeholder 2">
            <a:extLst>
              <a:ext uri="{FF2B5EF4-FFF2-40B4-BE49-F238E27FC236}">
                <a16:creationId xmlns:a16="http://schemas.microsoft.com/office/drawing/2014/main" id="{598CB06B-6EB3-4B37-8B32-5803FFE8D3AB}"/>
              </a:ext>
            </a:extLst>
          </p:cNvPr>
          <p:cNvSpPr>
            <a:spLocks noGrp="1"/>
          </p:cNvSpPr>
          <p:nvPr>
            <p:ph idx="1"/>
          </p:nvPr>
        </p:nvSpPr>
        <p:spPr/>
        <p:txBody>
          <a:bodyPr/>
          <a:lstStyle/>
          <a:p>
            <a:r>
              <a:rPr lang="en-GB" dirty="0"/>
              <a:t>SURFACE MOUNT DESIGN </a:t>
            </a:r>
          </a:p>
          <a:p>
            <a:r>
              <a:rPr lang="en-GB" dirty="0"/>
              <a:t>SOLDER PASTE APPLICATION</a:t>
            </a:r>
          </a:p>
          <a:p>
            <a:r>
              <a:rPr lang="en-GB" dirty="0"/>
              <a:t>COMPONENT PLACEMENT</a:t>
            </a:r>
          </a:p>
          <a:p>
            <a:r>
              <a:rPr lang="en-GB" dirty="0"/>
              <a:t>SOLDERING </a:t>
            </a:r>
          </a:p>
          <a:p>
            <a:r>
              <a:rPr lang="en-GB" dirty="0"/>
              <a:t>CLEANING </a:t>
            </a:r>
          </a:p>
          <a:p>
            <a:r>
              <a:rPr lang="en-GB" dirty="0"/>
              <a:t>REPAIR/REWORK</a:t>
            </a:r>
          </a:p>
        </p:txBody>
      </p:sp>
    </p:spTree>
    <p:extLst>
      <p:ext uri="{BB962C8B-B14F-4D97-AF65-F5344CB8AC3E}">
        <p14:creationId xmlns:p14="http://schemas.microsoft.com/office/powerpoint/2010/main" val="2578790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7D332-A442-40AC-BE59-3EC2331E780B}"/>
              </a:ext>
            </a:extLst>
          </p:cNvPr>
          <p:cNvSpPr>
            <a:spLocks noGrp="1"/>
          </p:cNvSpPr>
          <p:nvPr>
            <p:ph type="title"/>
          </p:nvPr>
        </p:nvSpPr>
        <p:spPr/>
        <p:txBody>
          <a:bodyPr/>
          <a:lstStyle/>
          <a:p>
            <a:endParaRPr lang="en-GB" dirty="0"/>
          </a:p>
        </p:txBody>
      </p:sp>
      <p:sp>
        <p:nvSpPr>
          <p:cNvPr id="3" name="Content Placeholder 2">
            <a:extLst>
              <a:ext uri="{FF2B5EF4-FFF2-40B4-BE49-F238E27FC236}">
                <a16:creationId xmlns:a16="http://schemas.microsoft.com/office/drawing/2014/main" id="{501030BB-AC57-48E1-8C8A-E13E9C9D6416}"/>
              </a:ext>
            </a:extLst>
          </p:cNvPr>
          <p:cNvSpPr>
            <a:spLocks noGrp="1"/>
          </p:cNvSpPr>
          <p:nvPr>
            <p:ph idx="1"/>
          </p:nvPr>
        </p:nvSpPr>
        <p:spPr/>
        <p:txBody>
          <a:bodyPr/>
          <a:lstStyle/>
          <a:p>
            <a:endParaRPr lang="en-GB" dirty="0"/>
          </a:p>
        </p:txBody>
      </p:sp>
    </p:spTree>
    <p:extLst>
      <p:ext uri="{BB962C8B-B14F-4D97-AF65-F5344CB8AC3E}">
        <p14:creationId xmlns:p14="http://schemas.microsoft.com/office/powerpoint/2010/main" val="41837391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234</TotalTime>
  <Words>468</Words>
  <Application>Microsoft Office PowerPoint</Application>
  <PresentationFormat>Widescreen</PresentationFormat>
  <Paragraphs>48</Paragraphs>
  <Slides>19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Calibri Light</vt:lpstr>
      <vt:lpstr>Office Theme</vt:lpstr>
      <vt:lpstr>IC Fabrication &amp; Stuffing </vt:lpstr>
      <vt:lpstr>INTEGRATED CIRCUIT</vt:lpstr>
      <vt:lpstr>PowerPoint Presentation</vt:lpstr>
      <vt:lpstr>Step 1: Wafer production   </vt:lpstr>
      <vt:lpstr>PowerPoint Presentation</vt:lpstr>
      <vt:lpstr>Step 2: Masking</vt:lpstr>
      <vt:lpstr>PowerPoint Presentation</vt:lpstr>
      <vt:lpstr>Step 3: Etching</vt:lpstr>
      <vt:lpstr>PowerPoint Presentation</vt:lpstr>
      <vt:lpstr>Step 4: Doping</vt:lpstr>
      <vt:lpstr>PowerPoint Presentation</vt:lpstr>
      <vt:lpstr>Step 5: Metallization</vt:lpstr>
      <vt:lpstr>PowerPoint Presentation</vt:lpstr>
      <vt:lpstr>PCB Assembly Using Pick &amp; Place or PCB Stuffing </vt:lpstr>
      <vt:lpstr>SMT Machine:</vt:lpstr>
      <vt:lpstr>SMT Components Disk:</vt:lpstr>
      <vt:lpstr>SMD Devices</vt:lpstr>
      <vt:lpstr>PROCESSES INVOLVED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 Fabrication &amp; Stuffing </dc:title>
  <dc:creator>Zaka Ahmad Chishti</dc:creator>
  <cp:lastModifiedBy>Zaka Ahmad Chishti</cp:lastModifiedBy>
  <cp:revision>11</cp:revision>
  <dcterms:created xsi:type="dcterms:W3CDTF">2018-11-26T16:10:28Z</dcterms:created>
  <dcterms:modified xsi:type="dcterms:W3CDTF">2018-11-26T20:05:03Z</dcterms:modified>
</cp:coreProperties>
</file>